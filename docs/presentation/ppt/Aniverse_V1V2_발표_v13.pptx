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Prometheus·Alloy·Loki를 기본으로 구성하고 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인증서가 발급되면 ALB와 Route53을 연결해 외부 트래픽을 받습니다.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Prometheus·Alloy·Loki로 상태와 로그를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인증과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키 없는 Zero-Key 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OIDC로 필요한 순간에만 AWS 권한을 받습니다.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사람은 SSO로 로그인해 임시 자격증명을 사용합니다.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2402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 때도 네임서버를 재등록하지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접속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ALB를 거쳐 HTTPS 200 응답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curl ·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테이블 수 · 시드 행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Actions · Argo CD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S3 media 경로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메트릭과 로그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Prometheus · Loki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Slack 채널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· 보안 · 복구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트레이싱 추가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백업과 복구 훈련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기준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데이터 검증 자동화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 보완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발표 · 시연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흐름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클러스터 start/stop 시연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V1과 V2 변화 비교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대표 장애와 해결 과정 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노드를 껐는데 다시 켜졌다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7033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중지 작업은 성공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EC2 워커는 계속 실행 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703320" cy="7772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24028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변경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Autoscaler가 노드를 다시 생성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maxSize는 0으로 설정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703320" cy="7772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4028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ASG의 Launch 중지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인스턴스 0대까지 확인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NAT도 함께 중지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파드가 다시 1개로 줄어듦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파일의 replicas: 1이 HPA 값을 덮고 있었습니다. 고정값을 빼고 HPA만 파드 수를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새 계정에서 일부 리소스가 생성되지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가려져 있던 의존성이 새 계정에서 드러났습니다. NAT와 라우팅을 먼저 만들도록 순서를 조정했습니다.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ESO로 전환하면서 비밀번호도 새 난수로 교체했습니다. DB와 Secrets Manager 값을 함께 갱신했습니다.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