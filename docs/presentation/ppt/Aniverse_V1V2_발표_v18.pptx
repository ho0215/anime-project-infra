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Prometheus·Loki·Tempo를 구성하고 AlertManager→Slack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적용하고, ALB 앞 WAF에서 공격 요청과 과도한 요청을 걸러냅니다.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Prometheus·Loki·Tempo로 메트릭·로그·트레이스를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OIDC(워크로드): 파드·CI에서 Access Key가 돌지 않도록 차단합니다. SSO(사람): 장기 키 없이 SSO 로그인으로 임시 자격증명만 받아 키 유출을 막습니다. 결과: 장기 키를 최소화한 Zero-Key 구성으로 바꿨습니다. 계정 접근이 제한되어 복구가 어려웠을 때 팀원 계정으로 이관하며 SSO·OIDC 기반으로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WAF로 ALB 앞단 보호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공격·악성 입력·SQLi 규칙과 IP별 5분 2,000회 요청 제한을 적용했습니다. 글쓰기 BODY 규칙은 오탐 방지를 위해 Count합니다.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만들어도 네임서버를 재등록하지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직접 검증 완료  ·  구성 = 스택 배포·연결까지 완료 (추가 시나리오 검증은 보완 과제)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Prom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복구(AIOps)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Tempo/OTel로 요청 구간 수집·조회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구간 병목 위치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WAF RateLimit에 걸려 차단된 구간도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TimeoutError는 미해결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 작업은 성공했지만 워커가 계속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ASG의 Launch를 중지하고 인스턴스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Missing으로 표시됨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이전에 사용한 ServerSideApply 설정이 남아 상태 비교를 막고 있었습니다. 해당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복구 워크플로는 성공했지만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복구된 것으로 처리했습니다. 시드 행이 1개 이상일 때만 성공하도록 검증 기준을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deployment.yaml의 replicas: 1이 CI 재배포마다 HPA 값을 덮었습니다. replicas 필드를 제거하고 HPA만 관리하도록 바꿨습니다. 한 필드는 하나의 제어 주체만 두어야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리소스 생성 순서 문제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가려진 의존성이 빈 계정에서 드러났습니다. NAT·프라이빗 라우팅을 먼저 만들도록 순서를 재배치했습니다. 이관 시에는 전체 생성 테스트가 필요합니다.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시 약한 폴백 값을 그대로 옮길 위험이 있었습니다. 난수로 ALTER USER·Secrets Manager를 함께 갱신했습니다. 체계만 옮기지 말고 값의 안전성도 점검해야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 역할분담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868680"/>
            <a:ext cx="9916159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2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 ·  박서이  ·  김윤주  ·  강유민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