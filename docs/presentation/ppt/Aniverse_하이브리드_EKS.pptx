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프로젝트 소개 + EKS · GitOps 전환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EC2 / CodeDeploy → EKS / Argo CD · DB Pod · 관측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  <a:p>
            <a:pPr>
              <a:spcBef>
                <a:spcPts val="2000"/>
              </a:spcBef>
            </a:pP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발표 5~7분 · 하이브리드 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프로젝트 소개 → EKS 전환 → 데이터·관측 → 트러블 → 교훈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01  서비스 · 팀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7335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02  As-Is → To-Be · 왜 EKS인가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86584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03  랩 → EKS 경로 · 워크로드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99816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04  GitOps · 데이터 백업/복구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13048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05  관측 (Prom / Grafana / Loki)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2628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06  전환 이슈 · 계정 Block / 이관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3951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07  Before/After · 다음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Aniverse — 무엇을 만들었나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서브컬처 커뮤니티 · 거래 · 창작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장터(굿즈) · 창작 마당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커뮤니티 · 회원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https://aniverse.my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인프라 목표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재현 가능한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비용 통제 (start/stop)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문서·트러블슈팅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이번 발표 포인트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프로젝트 전체 구조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EKS·GitOps 전환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· 관측 · 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윤주=컨테이너·DB·관측 / 현우=Actions·Argo / 네트워크·컴퓨트</a:t>
            </a:r>
          </a:p>
        </p:txBody>
      </p:sp>
      <p:pic>
        <p:nvPicPr>
          <p:cNvPr id="4" name="Picture 3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As-Is (v1)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EC2 · ASG · CodeDeploy · RDS — 서버에 설치하는 배포</a:t>
            </a:r>
          </a:p>
        </p:txBody>
      </p:sp>
      <p:pic>
        <p:nvPicPr>
          <p:cNvPr id="4" name="Picture 3" descr="hybrid_01_a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To-Be (v2 EKS)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Ingress/ALB · Pod · DB StatefulSet · ECR · Argo GitOps</a:t>
            </a:r>
          </a:p>
        </p:txBody>
      </p:sp>
      <p:pic>
        <p:nvPicPr>
          <p:cNvPr id="4" name="Picture 3" descr="hybrid_02_t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멘토링·비용·동작 확인 우선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배포·재현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비용 대신 StatefulSet+PVC (학습/2차)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4" name="Picture 3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Docker · Helm · StatefulSet — EKS에서 web/db 1/1</a:t>
            </a:r>
          </a:p>
        </p:txBody>
      </p:sp>
      <p:pic>
        <p:nvPicPr>
          <p:cNvPr id="4" name="Picture 3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4" name="Picture 3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restore Job · CronJob → S3 db-backups/ · media는 S3 sync</a:t>
            </a:r>
          </a:p>
        </p:txBody>
      </p:sp>
      <p:pic>
        <p:nvPicPr>
          <p:cNvPr id="4" name="Picture 3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완료: Prom+Grafana · Loki/Alloy 구성 — 예정: AlertManager · Tempo/OTel</a:t>
            </a:r>
          </a:p>
        </p:txBody>
      </p:sp>
      <p:pic>
        <p:nvPicPr>
          <p:cNvPr id="4" name="Picture 3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Ingress가 ALB ADDRESS 전 Progressing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다음 wave Job이 영구 Missing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Job에 높은 wave 금지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ready는 Job 내부 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terminatingReplicas ComparisonError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live SSA 잔존 시 재발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SSA 제거 · client-side 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install 후 syncOptions strip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4" name="Picture 3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557784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EC2 + CodeDeploy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RDS MariaDB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수동·에이전트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환경 재현 어려움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5577840" cy="48463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 + Argo CD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+ PVC · SQL/CronJob 백업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→ ECR → GitOps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Prom/Grafana · Loki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아키텍처 확정 후 동작 확인이 1순위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장기 키 금지 → OIDC · 이관 시 ARN 전수 교체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초록 ≠ 시드/목록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Loki/Alloy EKS 반영 · AlertManager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Tempo + Django OpenTelemetry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OIDC 권한 축소 ·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