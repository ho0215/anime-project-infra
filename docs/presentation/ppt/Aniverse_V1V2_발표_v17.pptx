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V2에서 바꾼 점  ·  V2의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Prometheus·Loki·Tempo를 구성하고 AlertManager→Slack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적용하고, ALB 앞 WAF에서 공격 요청과 과도한 요청을 걸러냅니다.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Prometheus·Loki·Tempo로 메트릭·로그·트레이스를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 미사용 (Zero-Key)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OIDC(워크로드): 파드·CI에서 Access Key가 돌지 않도록 차단합니다. SSO(사람): 장기 키 없이 SSO 로그인으로 임시 자격증명만 받아 키 유출을 막습니다. 결과: 장기 키를 최소화한 Zero-Key 구성으로 바꿨습니다. 계정 접근이 제한되어 복구가 어려웠을 때 팀원 계정으로 이관하며 SSO·OIDC 기반으로 전환했습니다.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5544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WAF로 ALB 앞단 보호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공격·악성 입력·SQLi 규칙과 IP별 5분 2,000회 요청 제한을 적용했습니다. 글쓰기 BODY 규칙은 오탐 방지를 위해 Count합니다.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34840"/>
            <a:ext cx="11155680" cy="15544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만들어도 네임서버를 재등록하지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 = 직접 검증 완료  ·  구성 = 스택 배포·연결까지 완료 (추가 시나리오 검증은 보완 과제)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· sampled requests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테이블 수 · 시드 행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28016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· Argo CD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 경로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메트릭·로그·트레이스 조회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Prom · Loki · Tempo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657600"/>
            <a:ext cx="3703320" cy="2194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Slack 채널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02920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· 복구 · 비용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백업·복구 훈련 (S3 덤프 복구 경로 포함)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복구(AIOps)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노드·NAT 중지·상시 RDS 제거로 비용 절감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50292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성과 위에 남은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94560"/>
            <a:ext cx="502920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검증·운영 런북 자동화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병목(/works 지연)·Redis Timeout 해소</a:t>
            </a:r>
          </a:p>
          <a:p>
            <a:pPr>
              <a:spcBef>
                <a:spcPts val="14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Tempo로 찾은 병목을 성능 개선으로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부하테스트 · 트레이싱으로 본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749039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확인한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HPA로 web 파드 2 → 4 확장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Tempo/OTel로 요청 구간 수집·조회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AlertManager → Slack 알림 수신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749039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발견한 병목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/works/ 응답 최대 약 2.91초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 트레이스로 구간 병목 위치 확인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WAF RateLimit에 걸려 차단된 구간도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49039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74519"/>
            <a:ext cx="3749039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Redis TimeoutError는 미해결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병목 구간 쿼리·캐시 최적화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부하 시나리오와 WAF 한도 정합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replicas가 1로 되돌아감 (9/15)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deployment.yaml의 replicas: 1이 CI 재배포마다 HPA 값을 덮었습니다. replicas 필드를 제거하고 HPA만 관리하도록 바꿨습니다. 한 필드는 하나의 제어 주체만 두어야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이관 중 Terraform 리소스 생성 순서 문제 (9/22)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가려진 의존성이 빈 계정에서 드러났습니다. NAT·프라이빗 라우팅을 먼저 만들도록 순서를 재배치했습니다. 이관 시에는 전체 생성 테스트가 필요합니다.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 (9/29)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 전환 시 약한 폴백 값을 그대로 옮길 위험이 있었습니다. 난수로 ALTER USER·Secrets Manager를 함께 갱신했습니다. 체계만 옮기지 말고 값의 안전성도 점검해야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감사합니다  ·  Aniverse Architecture V1 →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164592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팀 역할</a:t>
            </a:r>
          </a:p>
          <a:p>
            <a:pPr algn="ctr">
              <a:spcBef>
                <a:spcPts val="10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김현우 — GitOps · CI/CD (Actions · Argo · OIDC)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박서이 — EKS · 네트워크 · 보안 (Ingress · WAF · RBAC)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김윤주 — 컨테이너 · DB · 관측 (Helm · Tempo · Alert)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강유민 — 컴퓨트 · 트래픽 (노드 · ALB 연동)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