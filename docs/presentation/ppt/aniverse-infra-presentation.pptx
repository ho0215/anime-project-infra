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Aniverse 인프라 발표자료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Terraform · AWS · GitHub Actions · CodeDeploy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47548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발표 핵심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Terraform 모듈형 인프라 구축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GitHub Actions 기반 CI/CD 자동화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ALB 분리 리팩터링 (0 add / 0 change / 0 destroy)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SSM, RDS 스냅샷 복원, 모니터링, 앱 배포 연동</a:t>
            </a:r>
          </a:p>
        </p:txBody>
      </p:sp>
      <p:pic>
        <p:nvPicPr>
          <p:cNvPr id="4" name="Picture 3" descr="aniverse-architectur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60120"/>
            <a:ext cx="5852160" cy="3901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1. 전체 아키텍처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Public ALB / Private App, DB / S3 / EFS / SSM</a:t>
            </a:r>
          </a:p>
        </p:txBody>
      </p:sp>
      <p:pic>
        <p:nvPicPr>
          <p:cNvPr id="3" name="Picture 2" descr="aniverse-architectur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11064240" cy="7376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발표자료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2. Terraform 모듈 구성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network → security → nat → endpoints → database → storage → alb → compute → cicd → monitoring</a:t>
            </a:r>
          </a:p>
        </p:txBody>
      </p:sp>
      <p:pic>
        <p:nvPicPr>
          <p:cNvPr id="3" name="Picture 2" descr="aniverse-terraform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400800" cy="4267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051560"/>
          <a:ext cx="4480560" cy="4297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모듈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network/security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VPC, 서브넷, 보안그룹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nat/endpoints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외부 통신, SSM Endpoint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database/storage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RDS, EFS, S3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alb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ALB / TG / Listener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compute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Launch Template / ASG / IAM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cicd/monitoring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CodeDeploy, CloudWatch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0" y="5440680"/>
            <a:ext cx="448056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핵심 포인트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ALB를 compute에서 분리하고 moved로 state만 이전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발표자료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3. CI/CD 파이프라인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인프라와 앱 저장소를 분리해 자동화</a:t>
            </a:r>
          </a:p>
        </p:txBody>
      </p:sp>
      <p:pic>
        <p:nvPicPr>
          <p:cNvPr id="3" name="Picture 2" descr="aniverse-cicd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68680"/>
            <a:ext cx="6400800" cy="4267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960120"/>
          <a:ext cx="4480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자동화 내용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Infra 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fmt / validate /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Infra CD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apply / destroy + SSM 대기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App 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deploy.zip → CodeDeploy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공통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GitHub Secrets 기반 배포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3977639"/>
          <a:ext cx="44805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</a:tblGrid>
              <a:tr h="44577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필수 Secret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AWS_ACCESS_KEY_ID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AWS 인증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TF_VAR_DB_PASSWORD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RDS 비밀번호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S3_BUCKET_NAME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앱 deploy 버킷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발표자료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4. ALB 분리 리팩터링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feature/compute-module 구조를 안전하게 반영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521208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무엇을 바꿨는가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기존: compute 모듈 안에 ALB / TG / Listener 포함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변경: modules/alb 신설, compute는 target_group_arn만 사용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호환성 유지: Ubuntu / CodeDeploy / /health/ 설정 그대로 유지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Terraform moved 블록으로 실 리소스 재생성 방지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983480"/>
            <a:ext cx="521208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검증 결과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Plan: 0 add / 0 change / 0 destroy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ALB DNS 동일, /health/ 및 / 응답 200 확인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09728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module.compute.aws_lb.*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module.alb.aws_lb.*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module.compute.aws_lb_target_group.*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module.alb.aws_lb_target_group.*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module.compute.aws_lb_listener.*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module.alb.aws_lb_listener.*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aniverse-terraform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69080"/>
            <a:ext cx="466344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발표자료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5. 트러블슈팅 및 운영 안정화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주요 장애 원인과 해결 내용</a:t>
            </a:r>
          </a:p>
        </p:txBody>
      </p:sp>
      <p:pic>
        <p:nvPicPr>
          <p:cNvPr id="3" name="Picture 2" descr="aniverse-problems-sol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6492240" cy="43281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78040" y="960120"/>
          <a:ext cx="4389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문제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해결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terraform-cd 미인식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확장자 .yml 수정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TF 1.5.7 한계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1.10.5로 상향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이미지 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S3 public read +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챗봇 실패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CSRF + GEMINI 주입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WebSocket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Gunicorn → Daphne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RDS IDE 오탐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locals literal로 정리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발표자료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6. 결과 및 향후 계획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현재 운영 상태와 다음 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05840"/>
            <a:ext cx="530352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현재 결과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main 브랜치 반영 완료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인프라/앱 자동 배포 파이프라인 구축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SSM 기반 운영, DB 복원, 미디어 동기화 가능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46120"/>
            <a:ext cx="530352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향후 고도화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커스텀 도메인 + ACM HTTPS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멀티 계정 테스트 환경 템플릿화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모니터링/알람 확대, 비용 최적화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09728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검증 항목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Terraform CI/CD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ALB 분리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챗봇/이미지/WS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완료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도메인/HTTPS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추가 예정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aniverse-architectur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429000"/>
            <a:ext cx="4754880" cy="3169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Aniverse 인프라 발표자료 · 발표 마무리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