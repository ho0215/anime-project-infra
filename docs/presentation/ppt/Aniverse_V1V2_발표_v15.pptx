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ALB 뒤에 EC2 애플리케이션 서버를 두고, RDS·EFS·S3를 연결해 서비스를 운영했습니다.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인프라를 만들고, GitHub Actions와 CodeDeploy를 통해 EC2에 배포했습니다.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전환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온프레미스에서 운영하던 서비스를 AWS로 옮기면서 EC2 기반 3-tier 구조를 선택했습니다.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운영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HTTPS, WAF, Redis, S3 미디어 저장까지 실제 서비스에 필요한 구성을 갖췄습니다.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V2에서 바꾼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핵심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상태를 한눈에 보기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메트릭, 로그, 배포 상태가 흩어져 있어 문제를 찾는 데 시간이 걸렸습니다.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 반영이 느리고 복잡함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인프라 변경이 EC2와 배포 에이전트에 묶여 있었습니다.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인스턴스 단위로만 확장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작은 부하 변화에도 서버 단위로 늘려야 해 비용을 세밀하게 조절하기 어려웠습니다.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메트릭과 로그를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Prometheus, Alloy, Loki로 클러스터와 앱 상태를 함께 확인합니다.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커밋부터 배포까지 자동화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이미지를 빌드하고 Git을 갱신하면 Argo CD가 변경 사항을 반영합니다.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노드와 파드를 따로 조절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부하에 따라 파드를 늘리고, 사용하지 않을 때는 노드와 NAT를 중지합니다.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통합 관측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Prometheus·Alloy·Loki를 기본으로 구성하고 Slack 알림까지 연결했습니다.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GitOps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Actions가 이미지를 올리고 태그를 바꾸면 Argo CD가 클러스터를 맞춥니다.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앱과 DB를 Kubernetes에서 운영하고, 데이터는 PVC에 보관합니다.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위에서 같은 환경을 다시 만들 수 있도록 배포, 데이터 복구, 관측, 인증을 하나의 흐름으로 묶었습니다.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· HTTPS · WAF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ACM으로 HTTPS를 적용하고, ALB 앞 WAF에서 공격 요청과 과도한 요청을 걸러냅니다.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Django·Daphne는 Deployment로, MariaDB는 StatefulSet과 PVC로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OIDC로 이미지를 올리고, Git의 이미지 태그를 기준으로 Argo CD가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DB는 S3에 백업하고, Prometheus·Alloy·Loki로 상태와 로그를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배포와 데이터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DB를 클러스터 안으로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상시 RDS 비용을 줄이기 위해 MariaDB를 StatefulSet으로 운영하고, 데이터는 PVC에 저장했습니다.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이미지도 Git으로 관리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ECR에 sha-* 이미지를 올린 뒤 Helm의 태그를 갱신해, Git과 실제 배포 버전을 맞췄습니다.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다시 만들어도 데이터 복구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클러스터를 다시 만든 뒤 restore Job이 SQL을 불러와 서비스에 필요한 초기 데이터를 복원합니다.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 ·  보안과 DNS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15568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키 없는 Zero-Key 구성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파드·CI는 OIDC, 사람은 SSO로 로그인해 임시 권한만 사용합니다.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6304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WAF로 ALB 앞단 보호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관리형 웹 공격·악성 입력·SQLi 규칙과 IP별 5분 2,000회 요청 제한을 적용했습니다. 글쓰기 BODY 규칙은 오탐 방지를 위해 Count합니다.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89120"/>
            <a:ext cx="1115568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클러스터를 지워도 도메인은 유지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Route53 영역은 삭제 대상에서 제외해, 클러스터를 다시 만들어도 네임서버를 재등록하지 않습니다.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· WAF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 응답 · Web ACL 연결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curl · sampled requests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데이터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복구 후 목록 데이터 표시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테이블 수 · 시드 행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Git 태그와 배포 이미지 일치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Actions · Argo CD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재구축 후 이미지 정상 표시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S3 media 경로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메트릭과 로그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Prometheus · Loki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AlertManager 알림 수신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확인: Slack 채널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앞으로 보완할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고도화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관측 · 보안 · 복구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Tempo/OTel로 트레이싱 추가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범위 최소화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정기 백업과 복구 훈련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반복 장애 자동 복구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기준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 데이터 검증 자동화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 보완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계정 이관 체크리스트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발표 · 시연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흐름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클러스터 start/stop 시연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V1과 V2 변화 비교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대표 장애와 해결 과정 시연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GitOps ·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중지 작업은 성공했지만 워커가 계속 실행됨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desired만 0으로 바꾸자 Autoscaler가 노드를 다시 만들었습니다. ASG의 Launch를 중지하고 인스턴스 0대까지 확인한 뒤 NAT도 함께 껐습니다.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Argo CD에서 리소스가 계속 Missing으로 표시됨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이전에 사용한 ServerSideApply 설정이 남아 상태 비교를 막고 있었습니다. 해당 옵션을 제거하고 일반 apply 방식으로 다시 동기화했습니다.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복구 워크플로는 성공했지만 목록이 비어 있음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테이블 수만 확인해 빈 스키마도 복구된 것으로 처리했습니다. 시드 행이 1개 이상일 때만 성공하도록 검증 기준을 바꿨습니다.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HPA가 늘린 파드가 다시 1개로 줄어듦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파일의 replicas: 1이 HPA 값을 덮고 있었습니다. 고정값을 빼고 HPA만 파드 수를 관리하도록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새 계정에서 일부 리소스가 생성되지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기존 환경에 가려져 있던 의존성이 새 계정에서 드러났습니다. NAT와 라우팅을 먼저 만들도록 순서를 조정했습니다.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기존 DB 비밀번호가 약한 기본값일 가능성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ESO로 전환하면서 비밀번호도 새 난수로 교체했습니다. DB와 Secrets Manager 값을 함께 갱신했습니다.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트러블슈팅  ·  DB · 관측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S3에 올라간 DB 백업 파일이 0바이트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외부 컨테이너에서 DB에 연결하지 못하고 있었습니다. CronJob이 DB 파드 안에서 mariadb-dump를 실행하도록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1338560" cy="16002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Alloy가 일부 노드에서 실행되지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노드당 파드 한도 17개를 넘긴 것이 원인이었습니다. max-pods를 높이고 노드를 다시 만들어 정상화했습니다.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4526280"/>
            <a:ext cx="11338560" cy="1600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AlertManager 알림이 Slack에 오지 않음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웹훅 시크릿이 AlertManager 파드에 연결되지 않았습니다. 시크릿을 마운트하고 api_url_file로 읽도록 수정했습니다.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