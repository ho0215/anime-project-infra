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algun Gothic"/>
              </a:rPr>
              <a:t>Aniverse</a:t>
            </a:r>
          </a:p>
          <a:p>
            <a:r>
              <a:rPr sz="1600" b="0">
                <a:solidFill>
                  <a:srgbClr val="93C5FD"/>
                </a:solidFill>
                <a:latin typeface="Malgun Gothic"/>
              </a:rPr>
              <a:t>온프레미스 4서버 → AWS + Terraform / CI·CD 자동화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algun Gothic"/>
              </a:rPr>
              <a:t>한 줄 스토리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Malgun Gothic"/>
              </a:rPr>
              <a:t>• Before: Nginx · Django · NFS · MariaDB (서버 4대, 수동 운영)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Malgun Gothic"/>
              </a:rPr>
              <a:t>• After: ALB/WAF/ASG/RDS/EFS/S3 + Secrets + Redis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Malgun Gothic"/>
              </a:rPr>
              <a:t>• 자동화: Terraform(IaC) + GitHub Actions + CodeDeploy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Malgun Gothic"/>
              </a:rPr>
              <a:t>• 서비스: https://aniverse.my (HTTPS)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algun Gothic"/>
              </a:rPr>
              <a:t>Before → After 매핑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1556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온프레미스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AWS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algun Gothic"/>
                        </a:rPr>
                        <a:t>Nginx 서버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algun Gothic"/>
                        </a:rPr>
                        <a:t>ALB + ACM + WAF + EC2 Nginx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algun Gothic"/>
                        </a:rPr>
                        <a:t>Django 서버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algun Gothic"/>
                        </a:rPr>
                        <a:t>ASG EC2 (Daphne) + Redis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algun Gothic"/>
                        </a:rPr>
                        <a:t>NFS 서버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algun Gothic"/>
                        </a:rPr>
                        <a:t>EFS + S3 미디어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algun Gothic"/>
                        </a:rPr>
                        <a:t>MariaDB 서버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algun Gothic"/>
                        </a:rPr>
                        <a:t>RDS + Secrets Manager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algun Gothic"/>
                        </a:rPr>
                        <a:t>수동 배포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algun Gothic"/>
                        </a:rPr>
                        <a:t>Actions → CodeDeploy / SSM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algun Gothic"/>
              </a:rPr>
              <a:t>AWS 자동화 팀 역할 분담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188720"/>
            <a:ext cx="2743200" cy="4754880"/>
          </a:xfrm>
          <a:prstGeom prst="roundRect">
            <a:avLst/>
          </a:prstGeom>
          <a:solidFill>
            <a:srgbClr val="F8FAFC"/>
          </a:solidFill>
          <a:ln w="317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7C3AED"/>
                </a:solidFill>
                <a:latin typeface="Malgun Gothic"/>
              </a:rPr>
              <a:t>박서이
Network &amp; Security</a:t>
            </a:r>
          </a:p>
          <a:p>
            <a:pPr algn="ctr">
              <a:spcBef>
                <a:spcPts val="8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network / security / nat</a:t>
            </a:r>
          </a:p>
          <a:p>
            <a:pPr algn="ctr">
              <a:spcBef>
                <a:spcPts val="8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VPC·SG·NAT Instance</a:t>
            </a:r>
          </a:p>
          <a:p>
            <a:pPr algn="ctr">
              <a:spcBef>
                <a:spcPts val="8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망 분리·라우팅·outputs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188720"/>
            <a:ext cx="2743200" cy="4754880"/>
          </a:xfrm>
          <a:prstGeom prst="roundRect">
            <a:avLst/>
          </a:prstGeom>
          <a:solidFill>
            <a:srgbClr val="F8FAFC"/>
          </a:solidFill>
          <a:ln w="317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A580C"/>
                </a:solidFill>
                <a:latin typeface="Malgun Gothic"/>
              </a:rPr>
              <a:t>강유민
Compute &amp; Traffic</a:t>
            </a:r>
          </a:p>
          <a:p>
            <a:pPr algn="ctr">
              <a:spcBef>
                <a:spcPts val="8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compute / alb</a:t>
            </a:r>
          </a:p>
          <a:p>
            <a:pPr algn="ctr">
              <a:spcBef>
                <a:spcPts val="8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ALB·ASG·Launch Template</a:t>
            </a:r>
          </a:p>
          <a:p>
            <a:pPr algn="ctr">
              <a:spcBef>
                <a:spcPts val="8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user_data·Nginx proxy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188720"/>
            <a:ext cx="2743200" cy="4754880"/>
          </a:xfrm>
          <a:prstGeom prst="roundRect">
            <a:avLst/>
          </a:prstGeom>
          <a:solidFill>
            <a:srgbClr val="F8FAFC"/>
          </a:solidFill>
          <a:ln w="317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6A34A"/>
                </a:solidFill>
                <a:latin typeface="Malgun Gothic"/>
              </a:rPr>
              <a:t>김윤주
Data &amp; Storage</a:t>
            </a:r>
          </a:p>
          <a:p>
            <a:pPr algn="ctr">
              <a:spcBef>
                <a:spcPts val="8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database / storage</a:t>
            </a:r>
          </a:p>
          <a:p>
            <a:pPr algn="ctr">
              <a:spcBef>
                <a:spcPts val="8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RDS·EFS·S3</a:t>
            </a:r>
          </a:p>
          <a:p>
            <a:pPr algn="ctr">
              <a:spcBef>
                <a:spcPts val="8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Remote State 초기화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1188720"/>
            <a:ext cx="2743200" cy="4754880"/>
          </a:xfrm>
          <a:prstGeom prst="roundRect">
            <a:avLst/>
          </a:prstGeom>
          <a:solidFill>
            <a:srgbClr val="F8FAFC"/>
          </a:solidFill>
          <a:ln w="317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DC2626"/>
                </a:solidFill>
                <a:latin typeface="Malgun Gothic"/>
              </a:rPr>
              <a:t>김현우
DevOps &amp; CI/CD</a:t>
            </a:r>
          </a:p>
          <a:p>
            <a:pPr algn="ctr">
              <a:spcBef>
                <a:spcPts val="8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environments/dev</a:t>
            </a:r>
          </a:p>
          <a:p>
            <a:pPr algn="ctr">
              <a:spcBef>
                <a:spcPts val="8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Actions·CodeDeploy·SSM</a:t>
            </a:r>
          </a:p>
          <a:p>
            <a:pPr algn="ctr">
              <a:spcBef>
                <a:spcPts val="800"/>
              </a:spcBef>
            </a:pPr>
            <a:r>
              <a:rPr sz="1300" b="0">
                <a:solidFill>
                  <a:srgbClr val="0F172A"/>
                </a:solidFill>
                <a:latin typeface="Malgun Gothic"/>
              </a:rPr>
              <a:t>모듈 조립·알람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algun Gothic"/>
              </a:rPr>
              <a:t>앱 담당 vs 클라우드 담당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1556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이름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앱(온프레미스)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AWS 자동화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algun Gothic"/>
                        </a:rPr>
                        <a:t>김현우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algun Gothic"/>
                        </a:rPr>
                        <a:t>auth / anime / 챗봇 / 서버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algun Gothic"/>
                        </a:rPr>
                        <a:t>DevOps &amp; CI/CD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algun Gothic"/>
                        </a:rPr>
                        <a:t>박서이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algun Gothic"/>
                        </a:rPr>
                        <a:t>deal / 채팅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algun Gothic"/>
                        </a:rPr>
                        <a:t>Network &amp; Security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algun Gothic"/>
                        </a:rPr>
                        <a:t>강유민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algun Gothic"/>
                        </a:rPr>
                        <a:t>works 창작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algun Gothic"/>
                        </a:rPr>
                        <a:t>Compute &amp; Traffic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algun Gothic"/>
                        </a:rPr>
                        <a:t>김윤주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algun Gothic"/>
                        </a:rPr>
                        <a:t>community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Malgun Gothic"/>
                        </a:rPr>
                        <a:t>Data &amp; Storage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algun Gothic"/>
              </a:rPr>
              <a:t>발표 멘트 (30초)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Malgun Gothic"/>
              </a:rPr>
              <a:t>“앱은 그대로 두고, 인프라는 네 명이 나눠 맡았습니다.”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Malgun Gothic"/>
              </a:rPr>
              <a:t>“서이: 네트워크·보안 / 유민: ALB·ASG / 윤주: RDS·EFS·S3”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Malgun Gothic"/>
              </a:rPr>
              <a:t>“현우: 모듈 조립 + Terraform·GitHub Actions 자동화”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Malgun Gothic"/>
              </a:rPr>
              <a:t>“결과: aniverse.my 에서 HTTPS + 자동 배포로 서비스 중”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