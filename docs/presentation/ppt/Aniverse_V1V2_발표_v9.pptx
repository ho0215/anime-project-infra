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315200" cy="22860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5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754880"/>
            <a:ext cx="475488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800"/>
              </a:spcBef>
            </a:pPr>
            <a:r>
              <a:rPr sz="16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김현우, 박서이, 김윤주, 강유민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사이트를 안정적으로 서비스하기 위해, 기존 온프레미스 구조에서 AWS 로 이전, EC2 기반 3-tier로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포함하여 운영 가능한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370332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960120"/>
            <a:ext cx="3703320" cy="5943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960120"/>
            <a:ext cx="370332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장애/부하를 한 화면에서 보기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 변경이 EC2/에이전트에 묶여 서비스에 빠르고 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709160"/>
            <a:ext cx="9144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인스턴스 단위라, 필요할 때만 줄이기 어렵고 상시 용량으로 비용이 낭비될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9164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Prom/Grafana·Loki로 메트릭·로그를 모아 클러스터·앱 상태를 한눈에 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320040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변경하면 즉시 배포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수정이 Synced 상태로 서비스에 반영됩니다.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709160"/>
            <a:ext cx="9144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 start/stop으로 미사용 비용을 줄입니다.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69164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169164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기본 구성에 두고,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0040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0040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 코드/차트 변경이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4709160"/>
            <a:ext cx="9144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4709160"/>
            <a:ext cx="3429000" cy="137160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2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20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RDS 대신 EKS 안 DB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학습·발표용이라 RDS를 상시로 두지 않고, MariaDB Pod + 디스크(PVC)로 돌립니다.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43200"/>
            <a:ext cx="11155680" cy="141732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이미지 태그까지 Git에 맞춤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빌드하면 ECR에 sha-* 이미지를 올리고 Helm values 태그도 같이 바꿔, Git과 클러스터가 어긋나지 않게 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155680" cy="1417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지워도 글이 다시 채워짐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인프라를 싹 지운 뒤에도 Git에 둔 SQL을 restore Job이 받아 DB에 넣어, 목록이 다시 보이게 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상세내용 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1737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장기 Access Key를 쓰지 않음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키 유출로 계정이 막힌 경험이 있어, GitHub가 한시 권한(OIDC)으로만 AWS에 붙도록 바꿨습니다.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474720"/>
            <a:ext cx="11155680" cy="173736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인프라를 지워도 도메인은 남김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destroy해도 가비아에 연결한 DNS(Route53)는 남겨, 네임서버를 매번 다시 등록하지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Architecture V2</a:t>
            </a:r>
          </a:p>
        </p:txBody>
      </p:sp>
      <p:pic>
        <p:nvPicPr>
          <p:cNvPr id="4" name="Picture 3" descr="hybrid_09_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4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데이터 흐름  ·  Architecture V2</a:t>
            </a:r>
          </a:p>
        </p:txBody>
      </p:sp>
      <p:pic>
        <p:nvPicPr>
          <p:cNvPr id="4" name="Picture 3" descr="hybrid_10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3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(보안)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 (DB 안정성)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AIOps (self-healing, auto-remediation) 구현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5156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 CI 게이트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5156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48840"/>
            <a:ext cx="3703320" cy="3657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V1/V2 대비 설명 정리</a:t>
            </a:r>
          </a:p>
          <a:p>
            <a:pPr>
              <a:spcBef>
                <a:spcPts val="1200"/>
              </a:spcBef>
            </a:pPr>
            <a:r>
              <a:rPr sz="17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2_schedule_b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