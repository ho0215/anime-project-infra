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 algn="ctr">
              <a:spcBef>
                <a:spcPts val="1800"/>
              </a:spcBef>
            </a:pPr>
            <a:r>
              <a:rPr sz="2200" b="0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프로젝트 개요  ·  EKS  ·  GitOps 전환</a:t>
            </a:r>
          </a:p>
          <a:p>
            <a:pPr algn="ctr">
              <a:spcBef>
                <a:spcPts val="1400"/>
              </a:spcBef>
            </a:pPr>
            <a:r>
              <a:rPr sz="1800" b="0">
                <a:solidFill>
                  <a:srgbClr val="BAE6FD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 algn="ctr">
              <a:spcBef>
                <a:spcPts val="2200"/>
              </a:spcBef>
            </a:pPr>
            <a:r>
              <a:rPr sz="14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https://aniverse.my   ·   발표 5~7분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프로젝트 개요 → 아키텍처 · EKS 전환 → 관측 · 트러블 → 교훈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01    프로젝트 개요 · 팀 역할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48256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02    아키텍처 v1 · v2 · 왜 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24912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03    랩 → EKS 경로 · 워크로드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01568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04    GitOps · 데이터 백업/복구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78224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05    관측 (Prom / Grafana / Loki)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54880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06    전환 이슈 · 계정 Block / 이관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31536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07    Before / After · 다음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5" name="TextBox 14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1. 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— 통합 서브컬처 사이트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2344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애니·굿즈·창작·커뮤니티를 한곳에서 쓰는 통합 서브컬처 사이트를 만드는 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80360"/>
            <a:ext cx="36118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제공하는 것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장터(굿즈 거래)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창작 마당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커뮤니티 · 회원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https://aniverse.my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880360"/>
            <a:ext cx="36118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왜 만들었나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흩어진 서브컬처를 한 플랫폼으로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웹 + 클라우드 인프라 실습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배포·운영까지 한 사이클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880360"/>
            <a:ext cx="36118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이 발표에서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아키텍처 v1 → v2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EKS · GitOps 전환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데이터·관측 · 트러블슈팅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1. 팀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윤주=컨테이너·DB·관측  /  현우=Actions·Argo  /  네트워크·컴퓨트</a:t>
            </a:r>
          </a:p>
        </p:txBody>
      </p:sp>
      <p:pic>
        <p:nvPicPr>
          <p:cNvPr id="6" name="Picture 5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64" y="3200400"/>
            <a:ext cx="8347165" cy="3246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2. 아키텍처 v1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User → Route53/WAF → ALB → ASG/EC2 → RDS · EFS · S3</a:t>
            </a:r>
          </a:p>
        </p:txBody>
      </p:sp>
      <p:pic>
        <p:nvPicPr>
          <p:cNvPr id="6" name="Picture 5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64" y="3200400"/>
            <a:ext cx="8347165" cy="3246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2. 아키텍처 v2 — 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Ingress/ALB · EKS Pod · DB StatefulSet · ECR · Argo · S3</a:t>
            </a:r>
          </a:p>
        </p:txBody>
      </p:sp>
      <p:pic>
        <p:nvPicPr>
          <p:cNvPr id="6" name="Picture 5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64" y="3200400"/>
            <a:ext cx="8347165" cy="3246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2. 왜 EKS · DB Pod 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멘토링 · 비용 · 동작 확인 우선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배포 · 재현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이미지 + GitOps로 동일 환경 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스케일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노드 스케일 + 파드 HPA를 분리해 설계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03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RDS 상시 비용 대신 StatefulSet + PVC (학습/2차)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46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아키텍처 확정 → 동작 확인 → 관측·보안 고도화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3. 랩 → EKS 전환 경로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Compose → Lab K8s(Helm) → EKS + Argo</a:t>
            </a:r>
          </a:p>
        </p:txBody>
      </p:sp>
      <p:pic>
        <p:nvPicPr>
          <p:cNvPr id="6" name="Picture 5" descr="hybrid_03_migra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64" y="3200400"/>
            <a:ext cx="8347165" cy="3246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3. 앱 · DB 워크로드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윤주: Docker · Helm · StatefulSet — EKS web/db 1/1</a:t>
            </a:r>
          </a:p>
        </p:txBody>
      </p:sp>
      <p:pic>
        <p:nvPicPr>
          <p:cNvPr id="6" name="Picture 5" descr="hybrid_04_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64" y="3200400"/>
            <a:ext cx="8347165" cy="3246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4. GitOps · CI/CD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Actions → ECR(sha-*) → values bump → Argo sync · OIDC</a:t>
            </a:r>
          </a:p>
        </p:txBody>
      </p:sp>
      <p:pic>
        <p:nvPicPr>
          <p:cNvPr id="6" name="Picture 5" descr="hybrid_05_gi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64" y="3200400"/>
            <a:ext cx="8347165" cy="3246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4. 데이터 — 백업 · 복구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restore Job · CronJob → S3  ·  media는 S3 sync</a:t>
            </a:r>
          </a:p>
        </p:txBody>
      </p:sp>
      <p:pic>
        <p:nvPicPr>
          <p:cNvPr id="6" name="Picture 5" descr="hybrid_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64" y="3200400"/>
            <a:ext cx="8347165" cy="3246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5. 관측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완료: Prom+Grafana · Loki/Alloy  —  예정: AlertManager · Tempo/OTel</a:t>
            </a:r>
          </a:p>
        </p:txBody>
      </p:sp>
      <p:pic>
        <p:nvPicPr>
          <p:cNvPr id="6" name="Picture 5" descr="hybrid_07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64" y="3200400"/>
            <a:ext cx="8347165" cy="3246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5. 운영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HTTPS · DNS · 비용 start/stop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ACM ISSUED 후 Ingress ALB · Route53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EKS start/stop — 미사용 시 노드·NAT 절감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4904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장기 Access Key 금지 · GitHub OIDC · Pod S3 IRSA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4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health 200 + 시드/목록 UI (Actions 초록만으로 끝내지 않음)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6. 전환 이슈 — 기술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같은 Missing이라도 원인이 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A. Job sync-wave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Ingress가 ALB ADDRESS 전 Progressing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다음 wave Job이 영구 Missing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조치: Job에 높은 wave 금지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DB ready는 Job 내부 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B. ServerSideApply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terminatingReplicas ComparisonError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live SSA 잔존 시 재발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조치: SSA 제거 · client-side apply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install 후 syncOptions strip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6. 계정 Block → 이관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표면은 start 실패 · 근본은 키 유출</a:t>
            </a:r>
          </a:p>
        </p:txBody>
      </p:sp>
      <p:pic>
        <p:nvPicPr>
          <p:cNvPr id="6" name="Picture 5" descr="hybrid_08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64" y="3200400"/>
            <a:ext cx="8347165" cy="3246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7. Before /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v1 EC2 운영 → v2 EKS GitOps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Before (v1)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EC2 + CodeDeploy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RDS MariaDB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수동·에이전트 배포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환경 재현 어려움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40680" cy="475488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After (v2)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EKS + Argo CD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DB Pod + PVC · SQL/CronJob 백업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Actions → ECR → GitOps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Prom/Grafana · Loki 관측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7. 배운 점 · 다음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하이브리드 발표 마무리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배운 점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아키텍처 확정 후 동작 확인이 1순위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장기 키 금지 → OIDC · 이관 시 ARN 전수 교체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Actions 초록 ≠ 시드/목록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Loki/Alloy EKS 반영 · AlertManager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Tempo + Django OpenTelemetry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OIDC 권한 축소 · Budgets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