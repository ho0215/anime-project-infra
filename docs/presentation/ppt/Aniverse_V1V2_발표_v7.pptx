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V1 정의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 → ALB → ASG/EC2(Nginx+Django) → RDS · EFS · S3 로 Aniverse 서비스를 운영하던 초기 클라우드 구성입니다.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방식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VPC·ALB·ASG를 구성하고, CodeDeploy / Actions로 EC2에 배포하는 방식을 사용했습니다.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개발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사이트를 안정적으로 서비스하기 위해, 기존 온프레미스 구조에서 AWS 로 이전, EC2 기반 3-tier로 구축했습니다.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HTTPS(ACM)·WAF·Redis·미디어 S3까지 포함하여 운영 가능한 형태까지 구현이 완료된 상태였습니다.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 목표  ·  V2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기능 · 개발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모니터링이 한눈에 안 보임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장애/부하를 한 화면에서 보기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수정 → 서비스 반영이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인프라·앱 변경이 EC2/에이전트에 묶여 서비스에 빠르고 일관되게 반영되기 어려웠습니다.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ASG만으로 늘렸다 줄이기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스케일이 인스턴스 단위라, 필요할 때만 줄이기 어렵고 상시 용량으로 비용이 낭비될 수 있었습니다.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관측을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Prom/Grafana·Loki로 메트릭·로그를 모아 클러스터·앱 상태를 한눈에 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변경하면 즉시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 빌드 + GitOps(Argo)로 수정이 Synced 상태로 서비스에 반영됩니다.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필요한 만큼만 스케일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노드·파드 단위로 스케일을 나누고 start/stop으로 미사용 비용을 줄입니다.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스택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 · Grafana · Loki를 기본 구성에 두고, Alert/Tempo로 확장합니다.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sha-* 태그 bump 후 Argo sync로 코드/차트 변경이 선언적으로 반영됩니다.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ASG 인스턴스 스케일 대신 EKS 노드/파드 스케일과 PVC 기반 DB로 낭비를 줄입니다.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Aniverse를 EKS 위에서 GitOps로 재현 가능하게 운영하고, 데이터·관측·보안까지 한 사이클로 다루는 최종 아키텍처를 목표로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Ingress · HTTPS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 ISSUED 후 Ingress ALB + Route53으로 외부 진입을 구성합니다.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Django+Nginx Deployment와 MariaDB StatefulSet+PVC로 앱·DB를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 빌드, sha-* 이미지, values bump 후 Argo sync로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restore Job / CronJob→S3, Prom·Grafana·Loki로 운영 가시성을 확보합니다.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V2의 강점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8412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재현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동일 이미지·매니페스트로 환경을 다시 올릴 것   →   Actions → ECR → Argo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11064240" cy="84124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스케일 분리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스케일과 파드 HPA를 분리 설계   →   EKS + HPA 여지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11064240" cy="8412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비용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대신 학습용 영구 볼륨   →   StatefulSet + PVC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77640"/>
            <a:ext cx="11064240" cy="84124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키 금지 · 이관 시 ARN 전수 교체   →   GitHub OIDC · IRSA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937760"/>
            <a:ext cx="11064240" cy="8412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메트릭·로그를 기본 구성에 포함   →   Prom / Grafana / Loki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health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Ingress/ALB 통해 HTTPS 200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/ 브라우저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시드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restore Job 후 목록 UI에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minTables + seed_rows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image.tag bump → Argo Synced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로그 + Argo UI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destroy 후 Sync media 재업로드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media/ 확인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Prom/Grafana 대시보드 조회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클러스터 메트릭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알림/트레이싱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AlertManager · Tempo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다음 단계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향후 계획  ·  3UP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703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Unique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차별성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관측 고도화 (Alert · Tempo/OTel)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축소 (보안)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백업 덤프 주기·복구 드릴 (DB 안정성)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AIOps (self-healing, auto-remediation) 구현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51560"/>
            <a:ext cx="3703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Complete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Loki/Alloy EKS 반영 완료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시드/목록 검증 CI 게이트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운영 런북·이관 체크리스트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51560"/>
            <a:ext cx="37033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Performance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시연·운영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start/stop 데모 시나리오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V1/V2 대비 설명 정리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장애 재현(Missing/SSA) 데모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