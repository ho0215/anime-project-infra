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ALB 뒤에 EC2 애플리케이션 서버를 두고, RDS·EFS·S3를 연결해 서비스를 운영했습니다.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인프라를 만들고, GitHub Actions와 CodeDeploy를 통해 EC2에 배포했습니다.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전환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온프레미스에서 운영하던 서비스를 AWS로 옮기면서 EC2 기반 3-tier 구조를 선택했습니다.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운영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HTTPS, WAF, Redis, S3 미디어 저장까지 실제 서비스에 필요한 구성을 갖췄습니다.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537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800" y="6537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V2에서 바꾼 점  ·  V2의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V2에서 바꾼 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상태를 한눈에 보기 어려움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메트릭, 로그, 배포 상태가 흩어져 있어 문제를 찾는 데 시간이 걸렸습니다.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변경 반영이 느리고 복잡함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인프라 변경이 EC2와 배포 에이전트에 묶여 있었습니다.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인스턴스 단위로만 확장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작은 부하 변화에도 서버 단위로 늘려야 해 비용을 세밀하게 조절하기 어려웠습니다.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메트릭과 로그를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Prometheus, Alloy, Loki로 클러스터와 앱 상태를 함께 확인합니다.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커밋부터 배포까지 자동화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이미지를 빌드하고 Git을 갱신하면 Argo CD가 변경 사항을 반영합니다.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노드와 파드를 따로 조절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부하에 따라 파드를 늘리고, 사용하지 않을 때는 노드와 NAT를 중지합니다.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통합 관측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Prometheus·Loki·Tempo를 구성하고 AlertManager→Slack 알림까지 연결했습니다.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GitOps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Actions가 이미지를 올리고 태그를 바꾸면 Argo CD가 클러스터를 맞춥니다.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DB를 Kubernetes에서 운영하고, 데이터는 PVC에 보관합니다.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6537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위에서 같은 환경을 다시 만들 수 있도록 배포, 데이터 복구, 관측, 인증을 하나의 흐름으로 묶었습니다.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· HTTPS · WAF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ACM으로 HTTPS를 적용하고, ALB 앞 WAF에서 공격 요청과 과도한 요청을 걸러냅니다.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Django·Daphne는 Deployment로, MariaDB는 StatefulSet과 PVC로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OIDC로 이미지를 올리고, Git의 이미지 태그를 기준으로 Argo CD가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DB는 S3에 백업하고, Prometheus·Loki·Tempo로 메트릭·로그·트레이스를 확인합니다.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6537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800" y="6537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배포와 데이터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DB를 클러스터 안으로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상시 RDS 비용을 줄이기 위해 MariaDB를 StatefulSet으로 운영하고, 데이터는 PVC에 저장했습니다.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이미지도 Git으로 관리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ECR에 sha-* 이미지를 올린 뒤 Helm의 태그를 갱신해, Git과 실제 배포 버전을 맞췄습니다.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인프라를 다시 만들어도 데이터 복구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클러스터를 다시 만든 뒤 restore Job이 SQL을 불러와 서비스에 필요한 초기 데이터를 복원합니다.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6537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보안과 DNS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Access Key 미사용 (Zero-Key)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OIDC(워크로드): 파드·CI에서 Access Key가 돌지 않도록 차단합니다. SSO(사람): 장기 키 없이 SSO 로그인으로 임시 자격증명만 받아 키 유출을 막습니다. 결과: 장기 키를 최소화한 Zero-Key 구성으로 바꿨습니다. 계정 접근이 제한되어 복구가 어려웠을 때 팀원 계정으로 이관하며 SSO·OIDC 기반으로 전환했습니다.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5544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WAF로 ALB 앞단 보호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관리형 웹 공격·악성 입력·SQLi 규칙과 IP별 5분 2,000회 요청 제한을 적용했습니다. 글쓰기 BODY 규칙은 오탐 방지를 위해 Count합니다.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43484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지워도 도메인은 유지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Route53 영역은 삭제 대상에서 제외해, 클러스터를 다시 만들어도 네임서버를 재등록하지 않습니다.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6537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 = 직접 검증 완료  ·  구성 = 스택 배포·연결까지 완료 (추가 시나리오 검증은 보완 과제)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· WAF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 응답 · Web ACL 연결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· sampled requests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복구 후 목록 데이터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테이블 수 · 시드 행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Git 태그와 배포 이미지 일치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· Argo CD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후 이미지 정상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 경로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메트릭·로그·트레이스 조회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Prom · Loki · Tempo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AlertManager 알림 수신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Slack 채널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6537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800" y="6537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800" y="6537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앞으로 보완할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502920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고도화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 · 복구 · 비용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범위 최소화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정기 백업·복구 훈련 (S3 덤프 복구 경로 포함)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반복 장애 자동 복구(AIOps)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노드·NAT 중지·상시 RDS 제거로 비용 절감 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0292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관측 성과 위에 남은 과제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 검증·운영 런북 자동화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계정 이관 체크리스트 정리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병목(/works 지연)·Redis Timeout 해소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Tempo로 찾은 병목을 성능 개선으로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537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부하테스트 · 트레이싱으로 본 병목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749039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확인한 성과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HPA로 web 파드 2 → 4 확장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Tempo/OTel로 요청 구간 수집·조회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AlertManager → Slack 알림 수신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749039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발견한 병목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/works/ 응답 최대 약 2.91초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 트레이스로 구간 병목 위치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ASGI 계측 보완 후 실제 요청 트레이스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749039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남은 과제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Redis TimeoutError 수정 후 재검증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병목 구간 쿼리·캐시 최적화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시나리오와 WAF 한도 정합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6537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GitOps ·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중지 작업은 성공했지만 워커가 계속 실행됨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desired만 0으로 바꾸자 Autoscaler가 노드를 다시 만들었습니다. ASG의 Launch를 중지하고 인스턴스 0대까지 확인한 뒤 NAT도 함께 껐습니다.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Argo CD에서 리소스가 계속 Missing으로 표시됨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이전에 사용한 ServerSideApply 설정이 남아 상태 비교를 막고 있었습니다. 해당 옵션을 제거하고 일반 apply 방식으로 다시 동기화했습니다.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복구 워크플로는 성공했지만 목록이 비어 있음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테이블 수만 확인해 빈 스키마도 복구된 것으로 처리했습니다. 시드 행이 1개 이상일 때만 성공하도록 검증 기준을 바꿨습니다.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6537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HPA가 늘린 replicas가 1로 되돌아감 (9/15)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deployment.yaml의 replicas: 1이 CI 재배포마다 HPA 값을 덮었습니다. replicas 필드를 제거하고 HPA만 관리하도록 바꿨습니다. 한 필드는 하나의 제어 주체만 두어야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이관 중 Terraform 리소스 생성 순서 문제 (9/22)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기존 환경에 가려진 의존성이 빈 계정에서 드러났습니다. NAT·프라이빗 라우팅을 먼저 만들도록 순서를 재배치했습니다. 이관 시에는 전체 생성 테스트가 필요합니다.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기존 DB 비밀번호가 약한 기본값일 가능성 (9/29)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ESO 전환 시 약한 폴백 값을 그대로 옮길 위험이 있었습니다. 난수로 ALTER USER·Secrets Manager를 함께 갱신했습니다. 체계만 옮기지 말고 값의 안전성도 점검해야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6537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DB · 관측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S3에 올라간 DB 백업 파일이 0바이트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외부 컨테이너에서 DB에 연결하지 못하고 있었습니다. CronJob이 DB 파드 안에서 mariadb-dump를 실행하도록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Alloy가 일부 노드에서 실행되지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노드당 파드 한도 17개를 넘긴 것이 원인이었습니다. max-pods를 높이고 노드를 다시 만들어 정상화했습니다.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AlertManager 알림이 Slack에 오지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웹훅 시크릿이 AlertManager 파드에 연결되지 않았습니다. 시크릿을 마운트하고 api_url_file로 읽도록 수정했습니다.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6537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2_schedul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0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감사합니다  ·  Aniverse Architecture V1 →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966960" cy="164592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팀 역할</a:t>
            </a:r>
          </a:p>
          <a:p>
            <a:pPr algn="ctr">
              <a:spcBef>
                <a:spcPts val="10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김현우 — GitOps · CI/CD (Actions · Argo · OIDC)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박서이 — EKS · 네트워크 · 보안 (Ingress · WAF · RBAC)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김윤주 — 컨테이너 · DB · 관측 (Helm · Tempo · Alert)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강유민 — 서비스 UI · 콘텐츠 (커뮤니티 · 장터 · 창작)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