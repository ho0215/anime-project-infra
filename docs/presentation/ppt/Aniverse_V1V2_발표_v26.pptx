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오늘 발표할 내용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01   프로젝트 일정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V2를 준비하고 완성한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84832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02   Architecture V1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기존 구조와 개선이 필요했던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72384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03   Architecture V2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EKS · GitOps · 보안 · 데이터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59936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04   운영 검증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관측 · 부하테스트 · 데이터 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47488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05   트러블슈팅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문제 원인과 해결 과정 · 다음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EC2를 두고 RDS·EFS·S3를 연결한 3-tier 구조로 시작했습니다.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CodeDeploy로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 서비스를 AWS로 옮기며 익숙한 EC2 기반 구조를 먼저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HTTPS·WAF·Redis·S3 미디어까지 서비스 운영에 필요한 기능을 붙였습니다.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문제를 찾는 데 시간이 걸림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있어 원인을 한눈에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배포 과정이 길고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서버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부하에도 서버 전체를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정보를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Prometheus·Alloy·Loki로 클러스터와 앱 상태를 함께 봤습니다.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배포합니다.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부하에는 파드를 늘리고, 미사용 시간에는 노드와 NAT를 중지했습니다.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Grafana에서 메트릭·로그·트레이스를 보고 Slack으로 알림을 받았습니다.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자동으로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 데이터는 PVC에 보관했습니다.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V2에서는 다시 만들 수 있는 환경을 목표로 배포·복구·관측·인증을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 WAF에서 공격 요청과 과도한 요청을 걸렀습니다.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Django는 Deployment로, MariaDB는 StatefulSet과 PVC로 운영했습니다.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 Git 태그를 기준으로 Argo CD가 배포했습니다.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 Grafana에서 메트릭·로그·트레이스를 확인했습니다.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올리고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버전도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올리고 Helm 태그를 갱신해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다시 만들어도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뒤 restore Job이 SQL을 불러와 서비스에 필요한 초기 데이터를 복원했습니다.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파드와 CI는 OIDC를, 사람은 SSO 임시 자격증명을 사용했습니다. 계정 이관 과정에서도 장기 키를 다시 만들지 않고 Zero-Key 구조로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 ACL과 ALB 연동 로직 구성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공격·SQLi 규칙과 IP별 5분 2,000회 제한을 구성했습니다. 글쓰기 BODY 규칙은 오탐을 막기 위해 Count로 뒀습니다.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 재구축 후에도 같은 도메인을 바로 사용했습니다.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실제 동작까지 검증  ·  구성 = 배포와 연결까지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Grafana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Tempo/Grafana 실제 요청 트레이스 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 (팀 측정)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병목 구간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ASGI extra 보완 후 실제 trace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 수정 후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중지했는데 워커가 다시 살아남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 Launch를 중지하고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남아 있던 ServerSideApply 설정이 상태 비교를 막고 있었습니다.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복구는 성공했는데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성공으로 처리한 것이 원인이었습니다. 시드 행이 1개 이상일 때만 성공하도록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재배포 때 deployment.yaml의 replicas: 1이 HPA 값을 덮었습니다. 해당 필드를 지우고 HPA만 replicas를 관리하도록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생성 순서가 꼬임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가려졌던 의존성이 빈 계정에서 드러났습니다. NAT와 프라이빗 라우팅을 먼저 만들도록 순서를 다시 잡았습니다.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중 약한 폴백 값을 발견했습니다. 난수 비밀번호로 DB와 Secrets Manager를 함께 바꿔 구조뿐 아니라 값도 안전하게 만들었습니다.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컨테이너가 헤드리스 DB 서비스에 연결하지 못한 것이 원인이었습니다.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 3개 중 2개만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3개 모두 실행했습니다.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파드에 연결되지 않았습니다. 시크릿을 마운트하고 api_url_file로 읽게 바꾼 뒤 Slack 수신을 확인했습니다.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 역할분담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5" name="Picture 4" descr="github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77724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39" y="1234440"/>
            <a:ext cx="3931920" cy="502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김현우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1737360"/>
            <a:ext cx="393192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DevOps / GitOps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240280"/>
            <a:ext cx="39319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Actions · ECR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Argo CD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· 이관 복구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0584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0" name="Picture 9" descr="v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59" y="1508760"/>
            <a:ext cx="77724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3800" y="1234440"/>
            <a:ext cx="3931920" cy="502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박서이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737360"/>
            <a:ext cx="393192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· 네트워크 · 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240280"/>
            <a:ext cx="39319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EKS · VPC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Ingress · WAF · RBAC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· NAT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0332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5" name="Picture 14" descr="rds_mar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06240"/>
            <a:ext cx="777240" cy="777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1639" y="3931920"/>
            <a:ext cx="3931920" cy="502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김윤주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39" y="4434840"/>
            <a:ext cx="393192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컨테이너 · DB · 관측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39" y="4937760"/>
            <a:ext cx="39319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Docker · Helm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 Pod · Backup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· Alert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20" name="Picture 19" descr="a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59" y="4206240"/>
            <a:ext cx="777240" cy="777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43800" y="3931920"/>
            <a:ext cx="3931920" cy="502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강유민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434840"/>
            <a:ext cx="393192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창작마당 · Compute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39319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창작마당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운영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ALB · 트래픽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2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 ·  박서이  ·  김윤주  ·  강유민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