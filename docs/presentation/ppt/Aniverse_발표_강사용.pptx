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모듈 구성 · GitHub Actions · CI/CD · HA · 보안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108813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08813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108813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754880"/>
            <a:ext cx="108813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64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1170432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ALB/App/DB/EFS용 Security Group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팀원이 모듈 PR로 기능 단위 작성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outputs.tf 로 vpc_id, sg_id 등 연결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environments/dev/main.tf 에서 module 호출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terraform plan / apply 로 한 번에 반영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6532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