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사용한 AWS · GitHub 한 장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· Remote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modules/database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앱 DB를 관리형으로 이전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Private subnet 배치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스냅샷 · Secrets 연동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modules/storage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 EC2 간 공유 마운트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미디어·업로드 파일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S3 + DynamoDB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Remote State 선구축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S3: tfstate 저장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DynamoDB: State Lock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동시 apply 충돌 방지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 CORS + Lifecycle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정적/미디어 버킷 정책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CORS: 브라우저 GET 허용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Lifecycle: 오래된 객체 정리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비용·운영 부담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같은 ‘데이터’라도 성격에 따라 저장소를 나눔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구조화된 DB 데이터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 · 좋아요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상품 정보 · 채팅 메타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제목·본문·상태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관계·검색·트랜잭션이 필요한 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ASG가 공유하는 파일 공간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경로에 NFS 마운트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파일 유지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대 EC2가 같은 media 공유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역할을 AWS에서 대체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로컬·fallback 서빙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객체 스토리지 (파일·배포)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community/ · goods_images/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works_images/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URL로 브라우저 제공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· (별도) tfstate 버킷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715000"/>
            <a:ext cx="11430000" cy="4572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ctr"/>
            <a:r>
              <a:rPr sz="13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한 줄:  RDS = ‘무슨 글인지’  ·  S3 = ‘사진 파일’  ·  EFS = ‘여러 EC2가 같이 쓰는 폴더’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39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한 줄: 암호화로 보호하고, 앞에서 공격을 걸러낸다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사용한 AWS · GitHub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서비스와 자동화 도구를 한 장으로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