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0584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32304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기술 스택 (AWS · GitHub)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Terraform으로 구성한 인프라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58768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GitHub Actions 자동화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CI/CD · 고가용성 · 모니터링 · 보안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8523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07  HTTPS · WAF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 공식 아이콘으로 담당 서비스만 빠르게 보기</a:t>
            </a:r>
          </a:p>
        </p:txBody>
      </p:sp>
      <p:pic>
        <p:nvPicPr>
          <p:cNvPr id="4" name="Picture 3" descr="09_team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기술 스택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이제부터 쓸 AWS · GitHub 도구를 한 장으로 먼저 보기</a:t>
            </a:r>
          </a:p>
        </p:txBody>
      </p:sp>
      <p:pic>
        <p:nvPicPr>
          <p:cNvPr id="4" name="Picture 3" descr="07_aws_github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40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(AWS 공식 아이콘)</a:t>
            </a:r>
          </a:p>
        </p:txBody>
      </p:sp>
      <p:pic>
        <p:nvPicPr>
          <p:cNvPr id="4" name="Picture 3" descr="08_storage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RDS=구조화 데이터 · EFS=공유 파일 · S3=객체/배포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· 채팅 메타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관계·트랜잭션 필요 값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modules/database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Private subnet · Secrets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NFS 마운트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유지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EC2가 같은 media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서빙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modules/storage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ASG 공유 파일 공간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 / goods / works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 제공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패키지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tfstate 버킷 (별도)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CORS · Lifecycle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DynamoDB State 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GitHub · AWS 공식 아이콘으로 본 CI/CD Pipeline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868680"/>
            <a:ext cx="8229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AWS·GitHub 공식 아이콘으로 한 장 요약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EFS로 media 파일 유지 (교체 후에도)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HTTPS(암호화) + WAF(공격 차단)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Route 53 · WAF · ACM · ALB · EC2 (AWS 공식 아이콘)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용어 말고 ‘무엇을 했는지’만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통신 암호화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사이트와 사용자 사이 내용을 남이 못 보게 잠근다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= 인증서(자물쇠) 발급 서비스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용 인증서를 ALB에 붙임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https(443)로 접속 받기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http로 들어오면 https로 자동 이동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https://aniverse.my + 자물쇠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앞단 문지기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서버 들어가기 전에 나쁜 요청을 막는다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WAF = 웹 방화벽 (ALB 앞)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 삽입·이상한 입력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IP가 너무 자주 치면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통과한 요청만 EC2로 전달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공격성 트래픽을 입구에서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