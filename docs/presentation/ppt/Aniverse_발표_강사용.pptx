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5156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56232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60904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65576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70248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74920"/>
            <a:ext cx="10881360" cy="685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앱 기능 담당과 별도로, 인프라 모듈을 나눠 담당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박서이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Network &amp; Security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modules/network
security · nat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VPC / Subnet / IGW
NAT Instance
Security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강유민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Compute &amp; Traffic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modules/alb
modules/compute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ALB / Target Group
Launch Template / ASG
user_data (Nginx·EFS)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김윤주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Data &amp; Storage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modules/database
modules/storage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RDS MariaDB
EFS · S3
Remote 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김현우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DevOps &amp; CI/CD</a:t>
            </a:r>
          </a:p>
          <a:p>
            <a:pPr algn="ctr">
              <a:spcBef>
                <a:spcPts val="1200"/>
              </a:spcBef>
            </a:pPr>
            <a:r>
              <a:rPr sz="12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environments/dev
cicd · Actions</a:t>
            </a:r>
          </a:p>
          <a:p>
            <a:pPr algn="ctr">
              <a:spcBef>
                <a:spcPts val="800"/>
              </a:spcBef>
            </a:pPr>
            <a:r>
              <a:rPr sz="1100" b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────────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모듈 조립·Apply
CodeDeploy / SSM
HTTPS · WAF · Secrets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6429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11704320" cy="658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ALB/App/DB/EFS용 Security Group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· Remote State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modules/database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앱 DB를 관리형으로 이전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Private subnet 배치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스냅샷 · Secrets 연동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modules/storage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 EC2 간 공유 마운트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미디어·업로드 파일 공유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S3 + DynamoDB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Remote State 선구축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S3: tfstate 저장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DynamoDB: State Lock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동시 apply 충돌 방지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097280"/>
            <a:ext cx="2788920" cy="48463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 CORS + Lifecycle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정적/미디어 버킷 정책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CORS: 브라우저 GET 허용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Lifecycle: 오래된 객체 정리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비용·운영 부담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같은 ‘데이터’라도 성격에 따라 저장소를 나눔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703320" cy="4709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구조화된 DB 데이터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 · 좋아요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상품 정보 · 채팅 메타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제목·본문·상태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관계·검색·트랜잭션이 필요한 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0" y="1051560"/>
            <a:ext cx="3703320" cy="4709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ASG가 공유하는 파일 공간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경로에 NFS 마운트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파일 유지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대 EC2가 같은 media 공유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역할을 AWS에서 대체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로컬·fallback 서빙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051560"/>
            <a:ext cx="3703320" cy="47091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 algn="ctr">
              <a:spcBef>
                <a:spcPts val="800"/>
              </a:spcBef>
            </a:pPr>
            <a:r>
              <a:rPr sz="13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객체 스토리지 (파일·배포)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community/ · goods_images/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works_images/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URL로 브라우저 제공</a:t>
            </a:r>
          </a:p>
          <a:p>
            <a:pPr algn="ctr"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· (별도) tfstate 버킷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521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한 줄:  RDS = ‘무슨 글인지’  ·  S3 = ‘사진 파일’  ·  EFS = ‘여러 EC2가 같이 쓰는 폴더’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저장소 / 앱 저장소를 나눠 자동화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65322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5394960" cy="48463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배포·가용성·관측·보안을 한 장으로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51560"/>
            <a:ext cx="11338560" cy="49606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66160"/>
            <a:ext cx="5669280" cy="2331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7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HTTPS + WAF(SQLi/Rate)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도메인부터 ALB까지 암호화·필터링 경로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14400"/>
            <a:ext cx="11521440" cy="6480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Terraform으로 고정한 보안 엣지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292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ACM + ALB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modules/acm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DNS 검증 인증서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www SAN 포함 · Route53 검증 레코드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modules/alb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443 HTTPS Listener (TLS 1.3)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80 → 443 HTTP 301 redirect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→ ASG/EC2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앱 연동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USE_HTTPS=True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CSRF / ALLOWED_HOSTS https 허용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292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ALB Web ACL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modules/waf → aniverse-alb-waf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scope: REGIONAL (ALB 전용)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관리형 규칙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CommonRuleSet (일반 웹 공격)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KnownBadInputs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SQLi RuleSet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커스텀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RateLimitPerIP → Block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web_acl_association → ALB ARN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metrics / sampled req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