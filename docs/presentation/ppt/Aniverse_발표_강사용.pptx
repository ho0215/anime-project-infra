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60120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18488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76856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기술 스택 (AWS · GitHub)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35224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Terraform으로 구성한 인프라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93592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GitHub Actions 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51960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CI/CD · 고가용성 · 모니터링 · 보안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10328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HTTPS · WAF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68696"/>
            <a:ext cx="10881360" cy="58521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08  트러블슈팅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기술 스택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이제부터 쓸 AWS · GitHub 도구를 한 장으로 먼저 보기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EFS로 media 파일 유지 (교체 후에도)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8. 트러블슈팅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상황 → 문제 → 선택 → 역할 → 결과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960120"/>
            <a:ext cx="370332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4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① NAT 모듈 분리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상황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모듈에 NAT까지 함께 설정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문제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security와 순환 의존 → Terraform 구성 불가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선택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→ security → nat 3모듈 분리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역할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network=망 · security=SG · nat=Instance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결과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순환 해소, 통합 테스트 완료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960120"/>
            <a:ext cx="370332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4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IAM 키 노출 대응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상황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GitHub .env에 iac-admin 액세스 키 노출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문제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AWSCompromisedKeyQuarantineV3 자동 격리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선택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새 키 생성·교체, 노출 키 비활성화·삭제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역할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IaC용 IAM / 앱용 키 분리 운영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결과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CI/CD·Terraform 배포 복구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960120"/>
            <a:ext cx="3703320" cy="5257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4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③ Remote State &amp; DynamoDB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앱 DB가 아니라, Terraform 자물쇠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상황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팀 4명이 같은 tfstate를 S3에 공유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문제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동시 apply → state 덮어쓰기·불일치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선택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bootstrap: S3(state) + DynamoDB(lock)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역할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RDS=앱 데이터 / DynamoDB=State Lock만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결과  </a:t>
            </a:r>
            <a:r>
              <a:rPr sz="10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충돌 없이 병렬 인프라 작업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