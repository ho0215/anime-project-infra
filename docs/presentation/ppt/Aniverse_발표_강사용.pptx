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· Actions · CI/CD · HA · HTTPS · WAF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0584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32304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Terraform으로 구성한 인프라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GitHub Actions 자동화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58768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CI/CD · 고가용성 · 모니터링 · 보안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06  HTTPS · WAF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8523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07  사용한 AWS · GitHub 한 장 정리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 공식 아이콘으로 담당 서비스만 빠르게 보기</a:t>
            </a:r>
          </a:p>
        </p:txBody>
      </p:sp>
      <p:pic>
        <p:nvPicPr>
          <p:cNvPr id="4" name="Picture 3" descr="09_team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005840"/>
            <a:ext cx="9509759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40" y="960120"/>
            <a:ext cx="95910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 / App / NAT / DB / EFS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   Redis / endpoints 용 Security Group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S3 + DynamoDB로 Remote State 환경 선구축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팀원이 모듈 PR로 기능 단위 작성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outputs.tf 로 vpc_id, sg_id 등 연결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environments/dev/main.tf 에서 module 호출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5) terraform plan / apply 로 한 번에 반영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전체가 충돌 없이 동시 작업 가능 (State Lock)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데이터베이스·스토리지 구성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김윤주 Data &amp; Storage — RDS · EFS · S3 (AWS 공식 아이콘)</a:t>
            </a:r>
          </a:p>
        </p:txBody>
      </p:sp>
      <p:pic>
        <p:nvPicPr>
          <p:cNvPr id="4" name="Picture 3" descr="08_storage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S3 · EFS · RDS — 저장 역할 정리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RDS=구조화 데이터 · EFS=공유 파일 · S3=객체/배포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회원 · 로그인 계정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커뮤니티 글 · 댓글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거래 · 채팅 메타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창작물 제목·본문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관계·트랜잭션 필요 값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modules/database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Private subnet · Secrets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EC2 media/ NFS 마운트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인스턴스 교체돼도 유지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여러 EC2가 같은 media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대체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Nginx /media 서빙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modules/storage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ASG 공유 파일 공간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업로드 이미지 원본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community / goods / works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공개 URL 제공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배포 zip 패키지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tfstate 버킷 (별도)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CORS · Lifecycle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DynamoDB State 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GitHub · AWS 공식 아이콘으로 본 CI/CD Pipeline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868680"/>
            <a:ext cx="8229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AWS·GitHub 공식 아이콘으로 한 장 요약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EFS로 media 파일 유지 (교체 후에도)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DB subnet NACL 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HTTPS(암호화) + WAF(공격 차단)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Route 53 · WAF · ACM · ALB · EC2 (AWS 공식 아이콘)</a:t>
            </a:r>
          </a:p>
        </p:txBody>
      </p:sp>
      <p:pic>
        <p:nvPicPr>
          <p:cNvPr id="4" name="Picture 3" descr="06_https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용어 말고 ‘무엇을 했는지’만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HTTPS — 통신 암호화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사이트와 사용자 사이 내용을 남이 못 보게 잠근다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= 인증서(자물쇠) 발급 서비스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aniverse.my 용 인증서를 ALB에 붙임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https(443)로 접속 받기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http로 들어오면 https로 자동 이동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https://aniverse.my + 자물쇠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23560" cy="50749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WAF — 앞단 문지기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서버 들어가기 전에 나쁜 요청을 막는다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WAF = 웹 방화벽 (ALB 앞)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SQL 삽입·이상한 입력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IP가 너무 자주 치면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통과한 요청만 EC2로 전달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공격성 트래픽을 입구에서 감소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사용한 AWS · GitHub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인프라 서비스와 자동화 도구를 한 장으로</a:t>
            </a:r>
          </a:p>
        </p:txBody>
      </p:sp>
      <p:pic>
        <p:nvPicPr>
          <p:cNvPr id="4" name="Picture 3" descr="07_aws_github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현우(자동화·HTTPS·WAF)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