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Aniverse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온프레미스 3-Tier 서비스 → AWS 이전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 · Actions · CI/CD · HA · HTTPS · WAF</a:t>
            </a:r>
          </a:p>
          <a:p>
            <a:pPr>
              <a:spcBef>
                <a:spcPts val="2000"/>
              </a:spcBef>
            </a:pPr>
            <a:r>
              <a:rPr sz="15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51560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01  AWS 이전하면서 맡은 역할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56232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02  온프레미스 운영에서 어려웠던 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60904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03  Terraform으로 구성한 인프라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465576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04  GitHub Actions 자동화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270248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05  CI/CD · 고가용성 · 모니터링 · 보안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074920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06  HTTPS · WAF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AWS 이전 — 맡은 역할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앱 기능 담당과 별도로, 인프라 모듈을 나눠 담당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박서이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Network &amp; Security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modules/network
security · nat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VPC / Subnet / IGW
NAT Instance
Security Group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강유민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Compute &amp; Traffic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modules/alb
modules/compute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ALB / Target Group
Launch Template / ASG
user_data (Nginx·EFS)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김윤주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Data &amp; Storage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modules/database
modules/storage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RDS MariaDB
EFS · S3
Remote 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김현우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DevOps &amp; CI/CD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environments/dev
cicd · Actions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모듈 조립·Apply
CodeDeploy / SSM
HTTPS · WAF · Secrets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3-Tier: Nginx · Django · NFS/MariaDB 를 서버별로 직접 운영</a:t>
            </a:r>
          </a:p>
        </p:txBody>
      </p:sp>
      <p:pic>
        <p:nvPicPr>
          <p:cNvPr id="4" name="Picture 3" descr="01_onprem_3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11430000" cy="64293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수동 운영이 만든 반복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배포가 전부 수작업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4대에 SSH로 접속해 pull · restart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순서가 조금만 달라져도 결과가 달라짐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누가 언제 무엇을 배포했는지 기록이 남기 어려움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② 환경 불일치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로컬에서는 되는데 서버에서만 실패하는 경우 빈번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패키지·환경변수·권한 설정이 사람 기억에 의존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원인 파악에 시간을 대부분 소모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③ 장애·확장 대응이 느림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트래픽 증가 시 서버를 직접 추가·설정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대 장애가 곧 서비스 전체 영향으로 이어짐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복구 절차가 문서화되어 있어도 재현이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④ 보안·비밀값 관리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.env, API Key가 서버 파일에 흩어져 존재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HTTPS·방화벽 규칙을 서버마다 따로 맞춤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권한/키 교체 시 누락 위험이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온프레미스 3-Tier를 AWS 서비스로 대응</a:t>
            </a:r>
          </a:p>
        </p:txBody>
      </p:sp>
      <p:pic>
        <p:nvPicPr>
          <p:cNvPr id="4" name="Picture 3" descr="02_aw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11521440" cy="64808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모듈을 나눠 만들고 environments/dev 에서 조립</a:t>
            </a:r>
          </a:p>
        </p:txBody>
      </p:sp>
      <p:pic>
        <p:nvPicPr>
          <p:cNvPr id="4" name="Picture 3" descr="03_terraform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1170432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(3)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주요 리소스와 연결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5669280" cy="4846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계층별 구성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Network: VPC · Public/Private Subnet · IGW · NAT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Security: ALB/App/DB/EFS용 Security Group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Traffic: ALB · Target Group · HTTPS Listener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Compute: Launch Template · ASG · IAM Role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Data: RDS MariaDB · EFS · S3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Ops: Secrets Manager · WAF · Redis · CodeDeploy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097280"/>
            <a:ext cx="539496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조립 방식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1) 팀원이 모듈 PR로 기능 단위 작성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2) outputs.tf 로 vpc_id, sg_id 등 연결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3) environments/dev/main.tf 에서 module 호출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4) terraform plan / apply 로 한 번에 반영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인프라가 코드로 리뷰·재현 가능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‘기억 의존’ 감소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인프라 저장소 / 앱 저장소를 나눠 자동화</a:t>
            </a:r>
          </a:p>
        </p:txBody>
      </p:sp>
      <p:pic>
        <p:nvPicPr>
          <p:cNvPr id="4" name="Picture 3" descr="04_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12880" cy="65322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실제로 돌아가는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5669280" cy="4846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anime-project-infra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checkout → setup TF → fmt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validate → plan → apply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VPC/ALB/ASG/RDS/S3/WAF 갱신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AWS 자격증명, TF_VAR_*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097280"/>
            <a:ext cx="5394960" cy="48463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anime-project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media → S3 sync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앱 zip 패키징 → deploy S3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CodeDeploy → ASG 배포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hooks: install → migrate → Daphne 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CI/CD · HA · 모니터링 · 보안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배포·가용성·관측·보안을 한 장으로</a:t>
            </a:r>
          </a:p>
        </p:txBody>
      </p:sp>
      <p:pic>
        <p:nvPicPr>
          <p:cNvPr id="4" name="Picture 3" descr="05_ops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11338560" cy="49606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적용 내용 상세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서비스가 실제로 어떻게 버티는지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CI/CD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Actions + CodeDeploy로 배포 경로 고정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 /health/ 로 배포 성공 판정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실패 시 Actions·배포 로그로 추적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고가용성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ALB로 트래픽 분산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ASG로 인스턴스 교체·확장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App/DB 서브넷 분리 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알람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health 확인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SSM으로 서버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SG 최소 포트 개방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 Manager로 키 주입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ACM HTTPS + WAF(SQLi/Rate)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도메인부터 ALB까지 암호화·필터링 경로</a:t>
            </a:r>
          </a:p>
        </p:txBody>
      </p:sp>
      <p:pic>
        <p:nvPicPr>
          <p:cNvPr id="4" name="Picture 3" descr="06_https_w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0"/>
            <a:ext cx="11521440" cy="64808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Terraform으로 고정한 보안 엣지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50292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HTTPS — ACM + ALB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modules/acm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aniverse.my DNS 검증 인증서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www SAN 포함 · Route53 검증 레코드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modules/alb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443 HTTPS Listener (TLS 1.3)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80 → 443 HTTP 301 redirect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→ ASG/EC2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앱 연동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USE_HTTPS=True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CSRF / ALLOWED_HOSTS https 허용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23560" cy="50292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WAF — ALB Web ACL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modules/waf → aniverse-alb-waf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scope: REGIONAL (ALB 전용)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관리형 규칙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CommonRuleSet (일반 웹 공격)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KnownBadInputs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SQLi RuleSet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커스텀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RateLimitPerIP → Block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web_acl_association → ALB ARN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metrics / sampled req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14/14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  <a:p>
            <a:pPr>
              <a:spcBef>
                <a:spcPts val="14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3-Tier 수동 서버 → AWS 모듈형 인프라 + 자동 배포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서이(망) · 유민(트래픽) · 윤주(데이터) · 현우(자동화·HTTPS·WAF)</a:t>
            </a:r>
          </a:p>
          <a:p>
            <a:pPr>
              <a:spcBef>
                <a:spcPts val="1400"/>
              </a:spcBef>
            </a:pPr>
            <a:r>
              <a:rPr sz="16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