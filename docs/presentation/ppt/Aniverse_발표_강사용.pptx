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347472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Aniverse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온프레미스 3-Tier 서비스 → AWS 이전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 · Actions · CI/CD · HA · HTTPS · WAF</a:t>
            </a:r>
          </a:p>
          <a:p>
            <a:pPr>
              <a:spcBef>
                <a:spcPts val="2000"/>
              </a:spcBef>
            </a:pPr>
            <a:r>
              <a:rPr sz="15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51560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01  AWS 이전하면서 맡은 역할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56232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02  온프레미스 운영에서 어려웠던 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60904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03  Terraform으로 구성한 인프라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465576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04  GitHub Actions 자동화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270248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05  CI/CD · 고가용성 · 모니터링 · 보안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074920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06  HTTPS · WAF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AWS 이전 — 맡은 역할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앱 기능 담당과 별도로, 인프라 모듈을 나눠 담당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박서이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Network &amp; Security</a:t>
            </a:r>
          </a:p>
          <a:p>
            <a:pPr algn="ctr">
              <a:spcBef>
                <a:spcPts val="1000"/>
              </a:spcBef>
            </a:pPr>
            <a:r>
              <a:rPr sz="11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modules/network
security · nat</a:t>
            </a:r>
          </a:p>
          <a:p>
            <a:pPr algn="ctr">
              <a:spcBef>
                <a:spcPts val="600"/>
              </a:spcBef>
            </a:pPr>
            <a:r>
              <a:rPr sz="10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VPC / Subnet / IGW
NAT Instance
Security Group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강유민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Compute &amp; Traffic</a:t>
            </a:r>
          </a:p>
          <a:p>
            <a:pPr algn="ctr">
              <a:spcBef>
                <a:spcPts val="1000"/>
              </a:spcBef>
            </a:pPr>
            <a:r>
              <a:rPr sz="11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modules/alb
modules/compute</a:t>
            </a:r>
          </a:p>
          <a:p>
            <a:pPr algn="ctr">
              <a:spcBef>
                <a:spcPts val="600"/>
              </a:spcBef>
            </a:pPr>
            <a:r>
              <a:rPr sz="10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ALB / Target Group
Launch Template / ASG
user_data (Nginx·EFS)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김윤주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Data &amp; Storage</a:t>
            </a:r>
          </a:p>
          <a:p>
            <a:pPr algn="ctr">
              <a:spcBef>
                <a:spcPts val="1000"/>
              </a:spcBef>
            </a:pPr>
            <a:r>
              <a:rPr sz="11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modules/database
modules/storage</a:t>
            </a:r>
          </a:p>
          <a:p>
            <a:pPr algn="ctr">
              <a:spcBef>
                <a:spcPts val="600"/>
              </a:spcBef>
            </a:pPr>
            <a:r>
              <a:rPr sz="10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RDS MariaDB
EFS · S3
Remote 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김현우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DevOps &amp; CI/CD</a:t>
            </a:r>
          </a:p>
          <a:p>
            <a:pPr algn="ctr">
              <a:spcBef>
                <a:spcPts val="1000"/>
              </a:spcBef>
            </a:pPr>
            <a:r>
              <a:rPr sz="11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environments/dev
cicd · Actions</a:t>
            </a:r>
          </a:p>
          <a:p>
            <a:pPr algn="ctr">
              <a:spcBef>
                <a:spcPts val="600"/>
              </a:spcBef>
            </a:pPr>
            <a:r>
              <a:rPr sz="10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모듈 조립·Apply
CodeDeploy / SSM
HTTPS · WAF · Secrets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3-Tier: Nginx · Django · NFS/MariaDB 를 서버별로 직접 운영</a:t>
            </a:r>
          </a:p>
        </p:txBody>
      </p:sp>
      <p:pic>
        <p:nvPicPr>
          <p:cNvPr id="4" name="Picture 3" descr="01_onprem_3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005840"/>
            <a:ext cx="9509759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수동 운영이 만든 반복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배포가 전부 수작업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4대에 SSH로 접속해 pull · restart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순서가 조금만 달라져도 결과가 달라짐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누가 언제 무엇을 배포했는지 기록이 남기 어려움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② 환경 불일치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로컬에서는 되는데 서버에서만 실패하는 경우 빈번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패키지·환경변수·권한 설정이 사람 기억에 의존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원인 파악에 시간을 대부분 소모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③ 장애·확장 대응이 느림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트래픽 증가 시 서버를 직접 추가·설정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대 장애가 곧 서비스 전체 영향으로 이어짐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복구 절차가 문서화되어 있어도 재현이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④ 보안·비밀값 관리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.env, API Key가 서버 파일에 흩어져 존재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HTTPS·방화벽 규칙을 서버마다 따로 맞춤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권한/키 교체 시 누락 위험이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온프레미스 3-Tier를 AWS 서비스로 대응</a:t>
            </a:r>
          </a:p>
        </p:txBody>
      </p:sp>
      <p:pic>
        <p:nvPicPr>
          <p:cNvPr id="4" name="Picture 3" descr="02_aw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40" y="960120"/>
            <a:ext cx="959104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모듈을 나눠 만들고 environments/dev 에서 조립</a:t>
            </a:r>
          </a:p>
        </p:txBody>
      </p:sp>
      <p:pic>
        <p:nvPicPr>
          <p:cNvPr id="4" name="Picture 3" descr="03_terraform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600" y="914400"/>
            <a:ext cx="96723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(3)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주요 리소스와 연결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계층별 구성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Network: VPC · Public/Private Subnet · IGW · NAT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Security: ALB / App / NAT / DB / EFS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 Redis / endpoints 용 Security Group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Traffic: ALB · Target Group · HTTPS Listener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Compute: Launch Template · ASG · IAM Role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Data: RDS MariaDB · EFS · S3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Ops: Secrets Manager · WAF · Redis · CodeDeploy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조립 방식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1) S3 + DynamoDB로 Remote State 환경 선구축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2) 팀원이 모듈 PR로 기능 단위 작성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3) outputs.tf 로 vpc_id, sg_id 등 연결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4) environments/dev/main.tf 에서 module 호출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5) terraform plan / apply 로 한 번에 반영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인프라가 코드로 리뷰·재현 가능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‘기억 의존’ 감소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전체가 충돌 없이 동시 작업 가능 (State Lock)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데이터베이스·스토리지 구성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김윤주 Data &amp; Storage — RDS · EFS · S3 · Remote State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modules/database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앱 DB를 관리형으로 이전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Private subnet 배치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스냅샷 · Secrets 연동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modules/storage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대체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 EC2 간 공유 마운트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미디어·업로드 파일 공유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S3 + DynamoDB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Remote State 선구축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S3: tfstate 저장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DynamoDB: State Lock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동시 apply 충돌 방지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1051560"/>
            <a:ext cx="278892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 CORS + Lifecycle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정적/미디어 버킷 정책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CORS: 브라우저 GET 허용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Lifecycle: 오래된 객체 정리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비용·운영 부담 감소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S3 · EFS · RDS — 저장 역할 정리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같은 ‘데이터’라도 성격에 따라 저장소를 나눔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3657600" cy="4526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구조화된 DB 데이터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회원 · 로그인 계정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커뮤니티 글 · 댓글 · 좋아요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거래 상품 정보 · 채팅 메타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창작물 제목·본문·상태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관계·검색·트랜잭션이 필요한 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051560"/>
            <a:ext cx="3657600" cy="4526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ASG가 공유하는 파일 공간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EC2 media/ 경로에 NFS 마운트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인스턴스 교체돼도 파일 유지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여러 대 EC2가 같은 media 공유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역할을 AWS에서 대체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Nginx /media 로컬·fallback 서빙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051560"/>
            <a:ext cx="3657600" cy="4526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</a:t>
            </a:r>
          </a:p>
          <a:p>
            <a:pPr algn="ctr">
              <a:spcBef>
                <a:spcPts val="6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객체 스토리지 (파일·배포)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업로드 이미지 원본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community/ · goods_images/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works_images/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공개 URL로 브라우저 제공</a:t>
            </a:r>
          </a:p>
          <a:p>
            <a:pPr algn="ctr"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배포 zip · (별도) tfstate 버킷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715000"/>
            <a:ext cx="11430000" cy="45720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pPr algn="ctr"/>
            <a:r>
              <a:rPr sz="13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한 줄:  RDS = ‘무슨 글인지’  ·  S3 = ‘사진 파일’  ·  EFS = ‘여러 EC2가 같이 쓰는 폴더’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인프라 저장소 / 앱 저장소를 나눠 자동화</a:t>
            </a:r>
          </a:p>
        </p:txBody>
      </p:sp>
      <p:pic>
        <p:nvPicPr>
          <p:cNvPr id="4" name="Picture 3" descr="04_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39" y="960120"/>
            <a:ext cx="959104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실제로 돌아가는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5669280" cy="4846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anime-project-infra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checkout → setup TF → fmt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validate → plan → apply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VPC/ALB/ASG/RDS/S3/WAF 갱신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AWS 자격증명, TF_VAR_*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097280"/>
            <a:ext cx="5394960" cy="48463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anime-project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media → S3 sync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앱 zip 패키징 → deploy S3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CodeDeploy → ASG 배포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hooks: install → migrate → Daphne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CI/CD · HA · 모니터링 · 보안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배포·가용성·관측·보안을 한 장으로</a:t>
            </a:r>
          </a:p>
        </p:txBody>
      </p:sp>
      <p:pic>
        <p:nvPicPr>
          <p:cNvPr id="4" name="Picture 3" descr="05_ops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11338560" cy="49606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적용 내용 상세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서비스가 실제로 어떻게 버티는지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CI/CD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Actions + CodeDeploy로 배포 경로 고정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 /health/ 로 배포 성공 판정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실패 시 Actions·배포 로그로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고가용성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ALB로 트래픽 분산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ASG로 인스턴스 교체·확장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App/DB 서브넷 분리 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알람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health 확인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SSM으로 서버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SG 최소 포트 개방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DB subnet NACL 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 Manager로 키 주입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ACM HTTPS + WAF(SQLi/Rate)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도메인부터 ALB까지 암호화·필터링 경로</a:t>
            </a:r>
          </a:p>
        </p:txBody>
      </p:sp>
      <p:pic>
        <p:nvPicPr>
          <p:cNvPr id="4" name="Picture 3" descr="06_https_w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600" y="914400"/>
            <a:ext cx="96723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Terraform으로 고정한 보안 엣지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HTTPS — ACM + ALB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modules/acm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aniverse.my DNS 검증 인증서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www SAN 포함 · Route53 검증 레코드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modules/alb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443 HTTPS Listener (TLS 1.3)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80 → 443 HTTP 301 redirect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→ ASG/EC2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앱 연동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USE_HTTPS=True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CSRF / ALLOWED_HOSTS https 허용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23560" cy="50749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WAF — ALB Web ACL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modules/waf → aniverse-alb-waf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scope: REGIONAL (ALB 전용)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관리형 규칙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CommonRuleSet (일반 웹 공격)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KnownBadInputs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SQLi RuleSet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커스텀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RateLimitPerIP → Block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web_acl_association → ALB ARN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metrics / sampled req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000" b="1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3-Tier 수동 서버 → AWS 모듈형 인프라 + 자동 배포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서이(망) · 유민(트래픽) · 윤주(데이터) · 현우(자동화·HTTPS·WAF)</a:t>
            </a:r>
          </a:p>
          <a:p>
            <a:pPr>
              <a:spcBef>
                <a:spcPts val="1400"/>
              </a:spcBef>
            </a:pPr>
            <a:r>
              <a:rPr sz="16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