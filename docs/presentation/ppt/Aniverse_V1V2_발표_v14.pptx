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 애플리케이션 서버를 두고, RDS·EFS·S3를 연결해 서비스를 운영했습니다.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CodeDeploy를 통해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온프레미스에서 운영하던 서비스를 AWS로 옮기면서 EC2 기반 3-tier 구조를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HTTPS, WAF, Redis, S3 미디어 저장까지 실제 서비스에 필요한 구성을 갖췄습니다.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 목표  ·  V2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상태를 한눈에 보기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메트릭, 로그, 배포 상태가 흩어져 있어 문제를 찾는 데 시간이 걸렸습니다.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 반영이 느리고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인스턴스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 변화에도 서버 단위로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메트릭과 로그를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Prometheus, Alloy, Loki로 클러스터와 앱 상태를 함께 확인합니다.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변경 사항을 반영합니다.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 따라 파드를 늘리고, 사용하지 않을 때는 노드와 NAT를 중지합니다.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Prometheus·Alloy·Loki를 기본으로 구성하고 Slack 알림까지 연결했습니다.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클러스터를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운영하고, 데이터는 PVC에 보관합니다.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위에서 같은 환경을 다시 만들 수 있도록 배포, 데이터 복구, 관측, 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Ingress · HTTPS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 인증서가 발급되면 ALB와 Route53을 연결해 외부 트래픽을 받습니다.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Django·Daphne는 Deployment로, MariaDB는 StatefulSet과 PVC로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올리고, Git의 이미지 태그를 기준으로 Argo CD가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백업하고, Prometheus·Alloy·Loki로 상태와 로그를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운영하고,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이미지도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올린 뒤 Helm의 태그를 갱신해,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인프라를 다시 만들어도 데이터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클러스터를 다시 만든 뒤 restore Job이 SQL을 불러와 서비스에 필요한 초기 데이터를 복원합니다.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인증과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키 없는 Zero-Key 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파드와 CI는 OIDC로 필요한 순간에만 AWS 권한을 받습니다.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사람은 SSO로 로그인해 임시 자격증명을 사용합니다.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2402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제외해, 클러스터를 다시 만들 때도 네임서버를 재등록하지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접속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ALB를 거쳐 HTTPS 200 응답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curl · 브라우저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테이블 수 · 시드 행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Actions · Argo CD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S3 media 경로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메트릭과 로그 조회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Prometheus · Loki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Slack 채널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703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· 보안 · 복구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Tempo/OTel로 트레이싱 추가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백업과 복구 훈련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반복 장애 자동 복구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51560"/>
            <a:ext cx="3703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기준 정리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데이터 검증 자동화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운영 런북 보완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51560"/>
            <a:ext cx="37033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발표 · 시연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흐름 전달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클러스터 start/stop 시연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V1과 V2 변화 비교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대표 장애와 해결 과정 시연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 작업은 성공했지만 워커가 계속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ASG의 Launch를 중지하고 인스턴스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Missing으로 표시됨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이전에 사용한 ServerSideApply 설정이 남아 상태 비교를 막고 있었습니다. 해당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복구 워크플로는 성공했지만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복구된 것으로 처리했습니다. 시드 행이 1개 이상일 때만 성공하도록 검증 기준을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파드가 다시 1개로 줄어듦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배포 파일의 replicas: 1이 HPA 값을 덮고 있었습니다. 고정값을 빼고 HPA만 파드 수를 관리하도록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새 계정에서 일부 리소스가 생성되지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가려져 있던 의존성이 새 계정에서 드러났습니다. NAT와 라우팅을 먼저 만들도록 순서를 조정했습니다.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기존 DB 비밀번호가 약한 기본값일 가능성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ESO로 전환하면서 비밀번호도 새 난수로 교체했습니다. DB와 Secrets Manager 값을 함께 갱신했습니다.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S3에 올라간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컨테이너에서 DB에 연결하지 못하고 있었습니다. CronJob이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Alloy가 일부 노드에서 실행되지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정상화했습니다.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AlertManager 파드에 연결되지 않았습니다. 시크릿을 마운트하고 api_url_file로 읽도록 수정했습니다.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