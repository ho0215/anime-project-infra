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20116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389120"/>
            <a:ext cx="4114800" cy="20116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Network / Compute   서이 등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Container · DB · 관측   윤주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DevOps · GitOps   현우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App / Product   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V1 정의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 로 Aniverse 서비스를 운영하던 초기 클라우드 구성입니다.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방식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VPC·ALB·ASG를 구성하고, CodeDeploy / Actions로 EC2에 배포하는 방식을 사용했습니다.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개발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사이트(장터·창작·커뮤니티)를 AWS에서 안정적으로 서비스하기 위해, 익숙한 EC2 기반 3-tier로 먼저 구축했습니다.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HTTPS(ACM)·WAF·Redis·미디어 S3까지 포함한 운영 가능한 프로덕션 형태까지 구현이 완료된 상태였습니다.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361188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960120"/>
            <a:ext cx="361188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기능 · 개발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960120"/>
            <a:ext cx="361188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모니터링이 한눈에 안 보임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장애/부하를 한 화면에서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수정 → 서비스 반영이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인프라·앱 변경이 EC2/에이전트에 묶여 서비스에 빠르고 일관되게 반영되기 어려웠습니다.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ASG만으로 늘렸다 줄이기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스케일이 인스턴스 단위라, 필요할 때만 줄이기 어렵고 상시 용량으로 비용이 낭비될 수 있었습니다.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관측을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Prom/Grafana·Loki로 메트릭·로그를 모아 클러스터·앱 상태를 한눈에 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변경이 곧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 빌드 + GitOps(Argo)로 수정이 Synced 상태로 서비스에 반영됩니다.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필요한 만큼만 스케일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노드·파드 단위로 스케일을 나누고 start/stop으로 미사용 비용을 줄입니다.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스택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 · Grafana · Loki를 기본 구성에 두고, Alert/Tempo로 확장합니다.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sha-* 태그 bump 후 Argo sync로 코드/차트 변경이 선언적으로 반영됩니다.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ASG 인스턴스 스케일 대신 EKS 노드/파드 스케일과 PVC 기반 DB로 낭비를 줄입니다.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(최종)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Aniverse를 EKS 위에서 GitOps로 재현 가능하게 운영하고, 데이터·관측·보안까지 한 사이클로 다루는 최종 아키텍처를 목표로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ISSUED 후 Ingress ALB + Route53으로 외부 진입을 구성합니다.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Django+Nginx Deployment와 MariaDB StatefulSet+PVC로 앱·DB를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 빌드, sha-* 이미지, values bump 후 Argo sync로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restore Job / CronJob→S3, Prom·Grafana·Loki로 운영 가시성을 확보합니다.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프로젝트 · 전환이 주는 가치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장터·창작·커뮤니티를 한곳에서 쓰는 통합 서브컬처 경험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재현성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환경을 다시 올릴 수 있음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· DB Pod로 학습/실험 비용 통제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84632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관측·백업·이관 체크리스트까지 운영 사이클 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전환 시나리오  ·  Local → Lab →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대상 · 맥락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웹 서비스 + 클라우드 인프라를 한 사이클로 실습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1차로 EC2 기반 V1을 완성한 뒤 EKS로 전환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윤주: Docker · Helm · DB · 관측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현우: Actions · Argo · OIDC · 이관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네트워크/컴퓨트: VPC · Ingress · 노드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09728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9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1.  문제 인식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배포 재현·비용·관측이 V1에서 병목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5740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9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2.  Local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Docker Compose로 이미지·앱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01752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9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3.  Lab K8s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Helm으로 워커 노드에서 동작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97764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9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4.  EKS V2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Argo GitOps · PVC · S3 백업까지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93776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9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5.  검증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전환 요구사항  ·  왜 V2(EKS)인가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          요청 / 문제                          반영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재현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동일 이미지·매니페스트로 환경을 다시 올릴 것   →   Actions → ECR → Argo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스케일 분리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스케일과 파드 HPA를 분리 설계   →   EKS + HPA 여지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비용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대신 학습용 영구 볼륨   →   StatefulSet + PVC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키 금지 · 이관 시 ARN 전수 교체   →   GitHub OIDC · IRSA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메트릭·로그를 기본 구성에 포함   →   Prom / Grafana / Loki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CI 초록만으로 끝내지 않음   →   health + 시드/목록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health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Ingress/ALB 통해 HTTPS 200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/ 브라우저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시드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restore Job 후 목록 UI에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minTables + seed_rows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image.tag bump → Argo Synced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로그 + Argo UI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destroy 후 Sync media 재업로드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media/ 확인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Prom/Grafana 대시보드 조회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클러스터 메트릭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알림/트레이싱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AlertManager · Tempo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다음 단계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데이터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394960" cy="5029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Tech Stack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App: Django + Nginx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Container: Docker · Helm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Orchestration: EKS (V2)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DB: MariaDB StatefulSet + EBS PVC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Storage: S3 (media / static / db-backups)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CI/CD: GitHub Actions · ECR · Argo CD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Auth to AWS: GitHub OIDC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Observability: Prometheus · Grafana · Loki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IaC: Terraform (anime-project-infra)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51560"/>
            <a:ext cx="5577840" cy="50292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Data Flow (V2)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Users → Route53/ACM → ALB Ingress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→ web Pod (Django) → MariaDB Pod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→ EBS PVC (글/데이터 영구 저장)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사진/미디어 → S3 media/ (DB 아님)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destroy 후: Git SQL 시드 import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운영 중: CronJob → S3 db-backups/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eks-stop: PVC 유지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 destroy: PVC + S3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향후 계획  ·  3UP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Unique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관측 고도화 (Alert · Tempo/OTel)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시드/목록 검증을 CI 게이트로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런북·이관 체크리스트 표준화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9728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Complete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Loki/Alloy EKS 반영 완료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축소 · Budgets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백업 덤프 주기·복구 드릴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Performance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시연·운영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start/stop 데모 시나리오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아키텍처 V1/V2 대비 한 장 더 다듬기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장애 재현(Missing/SSA) 데모 정리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69280"/>
            <a:ext cx="11247120" cy="6858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원칙: 아키텍처 확정 → 동작 확인 → 관측·보안 고도화   |   Actions 초록 ≠ 시드/목록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