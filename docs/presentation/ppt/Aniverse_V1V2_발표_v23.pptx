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22860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5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754880"/>
            <a:ext cx="475488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김현우, 박서이, 김윤주, 강유민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오늘 발표할 내용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80467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01   프로젝트 일정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V2를 준비하고 완성한 흐름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84832"/>
            <a:ext cx="10698480" cy="804672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02   Architecture V1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기존 구조와 개선이 필요했던 이유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72384"/>
            <a:ext cx="10698480" cy="80467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03   Architecture V2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EKS · GitOps · 보안 · 데이터 구성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59936"/>
            <a:ext cx="10698480" cy="804672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04   운영 검증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관측 · 부하테스트 · 데이터 복구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47488"/>
            <a:ext cx="10698480" cy="80467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05   트러블슈팅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문제 원인과 해결 과정 · 다음 과제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2_schedule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ALB 뒤에 EC2를 두고 RDS·EFS·S3를 연결한 3-tier 구조로 시작했습니다.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인프라를 만들고, GitHub Actions와 CodeDeploy로 EC2에 배포했습니다.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전환 배경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온프레미스 서비스를 AWS로 옮기며 익숙한 EC2 기반 구조를 먼저 선택했습니다.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운영 범위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HTTPS·WAF·Redis·S3 미디어까지 서비스 운영에 필요한 기능을 붙였습니다.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V2에서 바꾼 점  ·  V2의 핵심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7033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960120"/>
            <a:ext cx="370332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V2에서 바꾼 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960120"/>
            <a:ext cx="370332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핵심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문제를 찾는 데 시간이 걸림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메트릭·로그·배포 상태가 흩어져 있어 원인을 한눈에 보기 어려웠습니다.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배포 과정이 길고 복잡함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인프라 변경이 EC2와 배포 에이전트에 묶여 있었습니다.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서버 단위로만 확장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작은 부하에도 서버 전체를 늘려야 해 비용을 세밀하게 조절하기 어려웠습니다.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 정보를 한곳에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Prometheus·Alloy·Loki로 클러스터와 앱 상태를 함께 봤습니다.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20040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커밋부터 배포까지 자동화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이미지를 빌드하고 Git을 갱신하면 Argo CD가 배포합니다.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70916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노드와 파드를 따로 조절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부하에는 파드를 늘리고, 미사용 시간에는 노드와 NAT를 중지했습니다.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통합 관측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Grafana에서 메트릭·로그·트레이스를 보고 Slack으로 알림을 받았습니다.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004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GitOps 배포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Actions가 이미지를 올리고 태그를 바꾸면 Argo CD가 자동으로 맞춥니다.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DB를 Kubernetes에서 운영하고 데이터는 PVC에 보관했습니다.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V2에서는 다시 만들 수 있는 환경을 목표로 배포·복구·관측·인증을 하나의 흐름으로 묶었습니다.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· HTTPS · WAF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ACM으로 HTTPS를 적용하고 WAF에서 공격 요청과 과도한 요청을 걸렀습니다.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Django는 Deployment로, MariaDB는 StatefulSet과 PVC로 운영했습니다.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OIDC로 이미지를 올리고 Git 태그를 기준으로 Argo CD가 배포했습니다.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DB는 S3에 백업하고 Grafana에서 메트릭·로그·트레이스를 확인했습니다.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배포와 데이터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DB를 클러스터 안으로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상시 RDS 비용을 줄이기 위해 MariaDB를 StatefulSet으로 올리고 데이터는 PVC에 저장했습니다.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 버전도 Git으로 관리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ECR에 sha-* 이미지를 올리고 Helm 태그를 갱신해 Git과 실제 배포 버전을 맞췄습니다.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클러스터를 다시 만들어도 복구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재구축 뒤 restore Job이 SQL을 불러와 서비스에 필요한 초기 데이터를 복원했습니다.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보안과 DNS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장기 Access Key 미사용 (Zero-Key)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파드와 CI는 OIDC를, 사람은 SSO 임시 자격증명을 사용했습니다. 계정 이관 과정에서도 장기 키를 다시 만들지 않고 Zero-Key 구조로 전환했습니다.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5544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WAF ACL과 ALB 연동 로직 구성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관리형 웹 공격·SQLi 규칙과 IP별 5분 2,000회 제한을 구성했습니다. 글쓰기 BODY 규칙은 오탐을 막기 위해 Count로 뒀습니다.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43484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클러스터를 지워도 도메인은 유지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Route53 영역은 삭제 대상에서 제외해 재구축 후에도 같은 도메인을 바로 사용했습니다.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 = 실제 동작까지 검증  ·  구성 = 배포와 연결까지 완료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· WAF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 응답 · Web ACL 연결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curl · sampled requests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데이터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복구 후 목록 데이터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테이블 수 · 시드 행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Git 태그와 배포 이미지 일치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Actions · Argo CD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재구축 후 이미지 정상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S3 media 경로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메트릭·로그·트레이스 조회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Grafana · Loki · Tempo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AlertManager 알림 수신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Slack 채널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Architecture V2</a:t>
            </a:r>
          </a:p>
        </p:txBody>
      </p:sp>
      <p:pic>
        <p:nvPicPr>
          <p:cNvPr id="4" name="Picture 3" descr="hybrid_09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데이터 흐름  ·  Architecture V2</a:t>
            </a:r>
          </a:p>
        </p:txBody>
      </p:sp>
      <p:pic>
        <p:nvPicPr>
          <p:cNvPr id="4" name="Picture 3" descr="hybrid_10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앞으로 보완할 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097280"/>
            <a:ext cx="502920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고도화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보안 · 복구 · 비용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범위 최소화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정기 백업·복구 훈련 (S3 덤프 복구 경로 포함)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노드·NAT 중지·상시 RDS 제거로 비용 절감 유지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97280"/>
            <a:ext cx="502920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관측 성과 위에 남은 과제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 검증·운영 런북 자동화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계정 이관 체크리스트 정리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병목(/works 지연)·Redis Timeout 해소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Tempo로 찾은 병목을 성능 개선으로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부하테스트 · 트레이싱으로 본 병목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749039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확인한 성과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HPA로 web 파드 2 → 4 확장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Tempo/Grafana 실제 요청 트레이스 조회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AlertManager → Slack 알림 수신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749039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발견한 병목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/works/ 응답 최대 약 2.91초 (팀 측정)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 트레이스로 병목 구간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ASGI extra 보완 후 실제 trace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749039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남은 과제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Redis TimeoutError 수정 후 재검증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병목 구간 쿼리·캐시 최적화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시나리오와 WAF 한도 정합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GitOps · CI/CD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중지했는데 워커가 다시 살아남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desired만 0으로 바꾸자 Autoscaler가 노드를 다시 만들었습니다. ASG Launch를 중지하고 0대까지 확인한 뒤 NAT도 함께 껐습니다.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Argo CD에서 리소스가 계속 Missing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남아 있던 ServerSideApply 설정이 상태 비교를 막고 있었습니다. 옵션을 제거하고 일반 apply 방식으로 다시 동기화했습니다.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복구는 성공했는데 목록이 비어 있음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테이블 수만 확인해 빈 스키마도 성공으로 처리한 것이 원인이었습니다. 시드 행이 1개 이상일 때만 성공하도록 바꿨습니다.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HPA가 늘린 replicas가 1로 되돌아감 (9/15)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CI 재배포 때 deployment.yaml의 replicas: 1이 HPA 값을 덮었습니다. 해당 필드를 지우고 HPA만 replicas를 관리하도록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이관 중 Terraform 생성 순서가 꼬임 (9/22)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기존 환경에 가려졌던 의존성이 빈 계정에서 드러났습니다. NAT와 프라이빗 라우팅을 먼저 만들도록 순서를 다시 잡았습니다.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비밀번호가 약한 기본값일 가능성 (9/29)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ESO 전환 중 약한 폴백 값을 발견했습니다. 난수 비밀번호로 DB와 Secrets Manager를 함께 바꿔 구조뿐 아니라 값도 안전하게 만들었습니다.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DB · 관측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S3 DB 백업 파일이 0바이트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외부 컨테이너가 헤드리스 DB 서비스에 연결하지 못한 것이 원인이었습니다. DB 파드 안에서 mariadb-dump를 실행하도록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Alloy 3개 중 2개만 실행됨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노드당 파드 한도 17개를 넘긴 것이 원인이었습니다. max-pods를 높이고 노드를 다시 만들어 3개 모두 실행했습니다.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AlertManager 알림이 Slack에 오지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웹훅 시크릿이 파드에 연결되지 않았습니다. 시크릿을 마운트하고 api_url_file로 읽게 바꾼 뒤 Slack 수신을 확인했습니다.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000" b="0">
                <a:solidFill>
                  <a:srgbClr val="BFDBFE"/>
                </a:solidFill>
                <a:latin typeface="맑은 고딕"/>
                <a:ea typeface="맑은 고딕"/>
                <a:cs typeface="맑은 고딕"/>
              </a:rPr>
              <a:t>감사합니다  ·  Aniverse Architecture V1 →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966960" cy="164592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팀 역할</a:t>
            </a:r>
          </a:p>
          <a:p>
            <a:pPr algn="ctr">
              <a:spcBef>
                <a:spcPts val="10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김현우 — GitOps · CI/CD (Actions · Argo · OIDC)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박서이 — EKS · 네트워크 · 보안 (Ingress · WAF · RBAC)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김윤주 — 컨테이너 · DB · 관측 (Helm · Tempo · Alert)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강유민 — 창작마당 · Compute 파트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