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4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팀 역할분담  ·  디자인 옵션</a:t>
            </a:r>
          </a:p>
          <a:p>
            <a:pPr algn="ctr">
              <a:spcBef>
                <a:spcPts val="16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 ~ F 중 원하는 스타일을 골라 주세요</a:t>
            </a:r>
          </a:p>
          <a:p>
            <a:pPr algn="ctr">
              <a:spcBef>
                <a:spcPts val="10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모두 PowerPoint에서 글자 수정 가능합니다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3716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 컬러헤더  ·  B 가로행  ·  C 2×2  ·  D 번호  ·  E 칩카드  ·  F 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옵션 A  ·  컬러 헤더 4열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텍스트 카드라 PowerPoint에서 바로 수정 가능합니다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51560"/>
            <a:ext cx="2788920" cy="12344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김현우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DevOps / GitOps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423160"/>
            <a:ext cx="27889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Actions · ECR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Argo CD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· 이관 복구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51560"/>
            <a:ext cx="2788920" cy="12344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박서이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EKS · 네트워크 · 보안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423160"/>
            <a:ext cx="27889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EKS · VPC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Ingress · WAF · RBAC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· NAT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51560"/>
            <a:ext cx="2788920" cy="1234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김윤주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· DB · 관측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27889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Docker · Helm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 Pod · Backup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· 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051560"/>
            <a:ext cx="2788920" cy="12344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강유민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창작마당 · Compute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423160"/>
            <a:ext cx="27889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창작마당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운영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ALB · 트래픽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역할분담 옵션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옵션 B  ·  가로 행 + 액센트 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텍스트 카드라 PowerPoint에서 바로 수정 가능합니다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09728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108813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김현우    ·    DevOps / GitOps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Actions · ECR  ·  Argo CD  ·  OIDC · 이관 복구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109728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108813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박서이    ·    EKS · 네트워크 · 보안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EKS · VPC  ·  Ingress · WAF · RBAC  ·  노드 · NAT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11880"/>
            <a:ext cx="109728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611880"/>
            <a:ext cx="108813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김윤주    ·    컨테이너 · DB · 관측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Docker · Helm  ·  DB Pod · Backup  ·  Tempo · Alert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92040"/>
            <a:ext cx="109728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4892040"/>
            <a:ext cx="108813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강유민    ·    창작마당 · Compute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창작마당  ·  노드 운영  ·  ALB · 트래픽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역할분담 옵션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옵션 C  ·  2×2 그리드 + 아이콘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텍스트 카드라 PowerPoint에서 바로 수정 가능합니다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5486400" cy="246888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1645919"/>
            <a:ext cx="1234440" cy="123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ithub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01367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48840" y="1280160"/>
            <a:ext cx="3474720" cy="4572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26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김현우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783080"/>
            <a:ext cx="3474720" cy="3657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DevOps / GitOps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286000"/>
            <a:ext cx="3474720" cy="10515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Actions · ECR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Argo CD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· 이관 복구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486400" cy="246888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9672" y="1645919"/>
            <a:ext cx="1234440" cy="123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01367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1000" y="1280160"/>
            <a:ext cx="3474720" cy="4572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2600" b="1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박서이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783080"/>
            <a:ext cx="3474720" cy="3657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· 네트워크 · 보안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286000"/>
            <a:ext cx="3474720" cy="10515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EKS · VPC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Ingress · WAF · RBAC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· NAT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49039"/>
            <a:ext cx="5486400" cy="246888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" y="4343400"/>
            <a:ext cx="1234440" cy="123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ds_mar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98848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48840" y="3977639"/>
            <a:ext cx="3474720" cy="4572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2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김윤주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480559"/>
            <a:ext cx="3474720" cy="3657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컨테이너 · DB · 관측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983479"/>
            <a:ext cx="3474720" cy="10515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Docker · Helm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 Pod · Backup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· Alert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49039"/>
            <a:ext cx="5486400" cy="246888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9672" y="4343400"/>
            <a:ext cx="1234440" cy="123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498848"/>
            <a:ext cx="914400" cy="914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01000" y="3977639"/>
            <a:ext cx="3474720" cy="4572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2600" b="1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강유민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480559"/>
            <a:ext cx="3474720" cy="3657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창작마당 · Compute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983479"/>
            <a:ext cx="3474720" cy="10515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창작마당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운영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ALB · 트래픽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역할분담 옵션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옵션 D  ·  번호 뱃지 · 미니멀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텍스트 카드라 PowerPoint에서 바로 수정 가능합니다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97280"/>
            <a:ext cx="2926080" cy="10515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김현우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DevOps / GitOps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6858000" cy="9144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Actions · ECR  ·  Argo CD  ·  OIDC · 이관 복구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31720"/>
            <a:ext cx="2926080" cy="10515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박서이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EKS · 네트워크 · 보안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6858000" cy="9144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· VPC  ·  Ingress · WAF · RBAC  ·  노드 · NAT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9476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2926080" cy="10515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김윤주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컨테이너 · DB · 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03320"/>
            <a:ext cx="6858000" cy="9144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Docker · Helm  ·  DB Pod · Backup  ·  Tempo · Alert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2920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00600"/>
            <a:ext cx="2926080" cy="105156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강유민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창작마당 · 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937760"/>
            <a:ext cx="6858000" cy="9144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창작마당  ·  노드 운영  ·  ALB · 트래픽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역할분담 옵션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옵션 E  ·  영역 칩 + 세로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텍스트 카드라 PowerPoint에서 바로 수정 가능합니다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432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28600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DevOps / GitOps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377440" cy="29260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Actions · ECR</a:t>
            </a:r>
          </a:p>
          <a:p>
            <a:pPr algn="ctr">
              <a:spcBef>
                <a:spcPts val="16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Argo CD</a:t>
            </a:r>
          </a:p>
          <a:p>
            <a:pPr algn="ctr">
              <a:spcBef>
                <a:spcPts val="16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· 이관 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97280"/>
            <a:ext cx="27432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박서이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48840"/>
            <a:ext cx="2286000" cy="411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EKS · 네트워크 · 보안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377440" cy="29260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EKS · VPC</a:t>
            </a:r>
          </a:p>
          <a:p>
            <a:pPr algn="ctr">
              <a:spcBef>
                <a:spcPts val="16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Ingress · WAF · RBAC</a:t>
            </a:r>
          </a:p>
          <a:p>
            <a:pPr algn="ctr">
              <a:spcBef>
                <a:spcPts val="16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· NAT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27432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김윤주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148840"/>
            <a:ext cx="228600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· DB · 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2377440" cy="29260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Docker · Helm</a:t>
            </a:r>
          </a:p>
          <a:p>
            <a:pPr algn="ctr">
              <a:spcBef>
                <a:spcPts val="16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 Pod · Backup</a:t>
            </a:r>
          </a:p>
          <a:p>
            <a:pPr algn="ctr">
              <a:spcBef>
                <a:spcPts val="16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· 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097280"/>
            <a:ext cx="27432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강유민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2148840"/>
            <a:ext cx="228600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창작마당 · 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834640"/>
            <a:ext cx="2377440" cy="29260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창작마당</a:t>
            </a:r>
          </a:p>
          <a:p>
            <a:pPr algn="ctr">
              <a:spcBef>
                <a:spcPts val="16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운영</a:t>
            </a:r>
          </a:p>
          <a:p>
            <a:pPr algn="ctr">
              <a:spcBef>
                <a:spcPts val="16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ALB · 트래픽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역할분담 옵션 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옵션 F  ·  표 형식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텍스트 카드라 PowerPoint에서 바로 수정 가능합니다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이름                    영역                              담당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11247120" cy="9601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김현우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DevOps / GitOps     ·     Actions · ECR  ·  Argo CD  ·  OIDC · 이관 복구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11247120" cy="9601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박서이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· 네트워크 · 보안     ·     EKS · VPC  ·  Ingress · WAF · RBAC  ·  노드 · NAT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86200"/>
            <a:ext cx="11247120" cy="9601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김윤주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컨테이너 · DB · 관측     ·     Docker · Helm  ·  DB Pod · Backup  ·  Tempo · Alert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11247120" cy="9601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강유민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창작마당 · Compute     ·     창작마당  ·  노드 운영  ·  ALB · 트래픽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역할분담 옵션 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