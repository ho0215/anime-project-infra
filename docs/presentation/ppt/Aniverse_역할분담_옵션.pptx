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22860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40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팀 역할분담  ·  디자인 옵션</a:t>
            </a:r>
          </a:p>
          <a:p>
            <a:pPr algn="ctr">
              <a:spcBef>
                <a:spcPts val="1600"/>
              </a:spcBef>
            </a:pPr>
            <a:r>
              <a:rPr sz="2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 ~ F 중 원하는 스타일을 골라 주세요</a:t>
            </a:r>
          </a:p>
          <a:p>
            <a:pPr algn="ctr">
              <a:spcBef>
                <a:spcPts val="1000"/>
              </a:spcBef>
            </a:pPr>
            <a:r>
              <a:rPr sz="16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모두 PowerPoint에서 글자 수정 가능합니다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18320" cy="13716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 컬러헤더  ·  B 가로행  ·  C 2×2  ·  D 번호  ·  E 칩카드  ·  F 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A  ·  컬러 헤더 4열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51560"/>
            <a:ext cx="2788920" cy="123444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DevOps / GitOps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423160"/>
            <a:ext cx="2788920" cy="36576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Actions · ECR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Argo CD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OIDC · 이관 복구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051560"/>
            <a:ext cx="2788920" cy="12344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EKS · 네트워크 · 보안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423160"/>
            <a:ext cx="2788920" cy="36576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EKS · VPC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Ingress · WAF · RBAC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노드 · NAT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051560"/>
            <a:ext cx="2788920" cy="123444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· DB · 관측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423160"/>
            <a:ext cx="2788920" cy="36576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Docker · Helm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DB Pod · Backup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Tempo · Alert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051560"/>
            <a:ext cx="2788920" cy="12344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창작마당 · Compute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2423160"/>
            <a:ext cx="2788920" cy="36576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창작마당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노드 운영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ALB · 트래픽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B  ·  가로 행 + 액센트 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09728" cy="10972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051560"/>
            <a:ext cx="1088136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0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김현우    ·    DevOps / GitOps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Actions · ECR  ·  Argo CD  ·  OIDC · 이관 복구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109728" cy="10972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31720"/>
            <a:ext cx="1088136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0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박서이    ·    EKS · 네트워크 · 보안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EKS · VPC  ·  Ingress · WAF · RBAC  ·  노드 · NAT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11880"/>
            <a:ext cx="109728" cy="10972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3611880"/>
            <a:ext cx="1088136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0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김윤주    ·    컨테이너 · DB · 관측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Docker · Helm  ·  DB Pod · Backup  ·  Tempo · Alert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109728" cy="1097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4892040"/>
            <a:ext cx="1088136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0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강유민    ·    창작마당 · Compute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창작마당  ·  노드 운영  ·  ALB · 트래픽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C  ·  2×2 그리드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394960" cy="246888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F9731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/ GitOps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Actions · ECR  ·  Argo CD  ·  OIDC · 이관 복구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097280"/>
            <a:ext cx="5394960" cy="246888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0EA5E9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EKS · 네트워크 · 보안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EKS · VPC  ·  Ingress · WAF · RBAC  ·  노드 · NAT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4760"/>
            <a:ext cx="5394960" cy="246888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컨테이너 · DB · 관측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Docker · Helm  ·  DB Pod · Backup  ·  Tempo ·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794760"/>
            <a:ext cx="5394960" cy="246888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8B5CF6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창작마당 · Compute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창작마당  ·  노드 운영  ·  ALB · 트래픽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D  ·  번호 뱃지 · 미니멀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325880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097280"/>
            <a:ext cx="2926080" cy="10515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4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F97316"/>
                </a:solidFill>
                <a:latin typeface="맑은 고딕"/>
                <a:ea typeface="맑은 고딕"/>
                <a:cs typeface="맑은 고딕"/>
              </a:rPr>
              <a:t>DevOps / GitOps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234440"/>
            <a:ext cx="6858000" cy="9144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Actions · ECR  ·  Argo CD  ·  OIDC · 이관 복구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560320"/>
            <a:ext cx="640080" cy="64008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31720"/>
            <a:ext cx="2926080" cy="10515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4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EA5E9"/>
                </a:solidFill>
                <a:latin typeface="맑은 고딕"/>
                <a:ea typeface="맑은 고딕"/>
                <a:cs typeface="맑은 고딕"/>
              </a:rPr>
              <a:t>EKS · 네트워크 · 보안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6858000" cy="9144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EKS · VPC  ·  Ingress · WAF · RBAC  ·  노드 · NAT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94760"/>
            <a:ext cx="640080" cy="64008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566160"/>
            <a:ext cx="2926080" cy="10515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4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컨테이너 · DB · 관측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703320"/>
            <a:ext cx="6858000" cy="9144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Docker · Helm  ·  DB Pod · Backup  ·  Tempo · Alert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02920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00600"/>
            <a:ext cx="2926080" cy="10515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4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8B5CF6"/>
                </a:solidFill>
                <a:latin typeface="맑은 고딕"/>
                <a:ea typeface="맑은 고딕"/>
                <a:cs typeface="맑은 고딕"/>
              </a:rPr>
              <a:t>창작마당 ·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937760"/>
            <a:ext cx="6858000" cy="9144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창작마당  ·  노드 운영  ·  ALB · 트래픽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E  ·  영역 칩 + 세로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27432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22860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DevOps / GitOps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2377440" cy="29260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Actions · ECR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Argo CD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OIDC · 이관 복구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97280"/>
            <a:ext cx="27432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48840"/>
            <a:ext cx="2286000" cy="4114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EKS · 네트워크 · 보안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EKS · VPC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Ingress · WAF · RBAC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노드 · NAT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97280"/>
            <a:ext cx="27432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148840"/>
            <a:ext cx="2286000" cy="4114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· DB · 관측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34640"/>
            <a:ext cx="2377440" cy="29260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Docker · Helm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DB Pod · Backup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Tempo · Alert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097280"/>
            <a:ext cx="27432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72600" y="2148840"/>
            <a:ext cx="2286000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창작마당 ·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377440" cy="29260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창작마당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노드 운영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ALB · 트래픽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F  ·  표 형식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이름                    영역                              담당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11247120" cy="9601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>
                <a:solidFill>
                  <a:srgbClr val="F9731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/ GitOps     ·     Actions · ECR  ·  Argo CD  ·  OIDC · 이관 복구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11247120" cy="960120"/>
          </a:xfrm>
          <a:prstGeom prst="round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>
                <a:solidFill>
                  <a:srgbClr val="0EA5E9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EKS · 네트워크 · 보안     ·     EKS · VPC  ·  Ingress · WAF · RBAC  ·  노드 · NAT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86200"/>
            <a:ext cx="11247120" cy="9601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컨테이너 · DB · 관측     ·     Docker · Helm  ·  DB Pod · Backup  ·  Tempo · Alert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937760"/>
            <a:ext cx="11247120" cy="960120"/>
          </a:xfrm>
          <a:prstGeom prst="round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>
                <a:solidFill>
                  <a:srgbClr val="8B5CF6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창작마당 · Compute     ·     창작마당  ·  노드 운영  ·  ALB · 트래픽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