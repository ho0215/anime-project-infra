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22860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5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754880"/>
            <a:ext cx="475488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김현우, 박서이, 김윤주, 강유민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 정의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V1 정의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User → ALB → ASG/EC2(Nginx+Django) → RDS · EFS · S3 로 Aniverse 서비스를 운영하던 초기 클라우드 구성입니다.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구현 방식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VPC·ALB·ASG를 구성하고, CodeDeploy / Actions로 EC2에 배포하는 방식을 사용했습니다.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개발 배경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사이트를 안정적으로 서비스하기 위해, 기존 온프레미스 구조에서 AWS 로 이전, EC2 기반 3-tier로 구축했습니다.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구현 범위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HTTPS(ACM)·WAF·Redis·미디어 S3까지 포함하여 운영 가능한 형태까지 구현이 완료된 상태였습니다.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 목표  ·  V2 차별점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7033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960120"/>
            <a:ext cx="370332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기능 · 개발 목표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960120"/>
            <a:ext cx="370332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 차별점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모니터링이 한눈에 안 보임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메트릭·로그·배포 상태가 흩어져 장애/부하를 한 화면에서 보기 어려웠습니다.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수정 → 서비스 반영이 어려움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인프라·앱 변경이 EC2/에이전트에 묶여 서비스에 빠르고 일관되게 반영되기 어려웠습니다.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ASG만으로 늘렸다 줄이기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스케일이 인스턴스 단위라, 필요할 때만 줄이기 어렵고 상시 용량으로 비용이 낭비될 수 있었습니다.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관측을 한곳에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Prom/Grafana·Loki로 메트릭·로그를 모아 클러스터·앱 상태를 한눈에 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20040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변경하면 즉시 배포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 빌드 + GitOps(Argo)로 수정이 Synced 상태로 서비스에 반영됩니다.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70916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필요한 만큼만 스케일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노드·파드 단위로 스케일을 나누고 start/stop으로 미사용 비용을 줄입니다.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 스택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 · Grafana · Loki를 기본 구성에 두고, Alert/Tempo로 확장합니다.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004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sha-* 태그 bump 후 Argo sync로 코드/차트 변경이 선언적으로 반영됩니다.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ASG 인스턴스 스케일 대신 EKS 노드/파드 스케일과 PVC 기반 DB로 낭비를 줄입니다.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정의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Aniverse를 EKS 위에서 GitOps로 재현 가능하게 운영하고, 데이터·관측·보안까지 한 사이클로 다루는 최종 아키텍처를 목표로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Ingress · HTTPS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 ISSUED 후 Ingress ALB + Route53으로 외부 진입을 구성합니다.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Django+Nginx Deployment와 MariaDB StatefulSet+PVC로 앱·DB를 운영합니다.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 빌드, sha-* 이미지, values bump 후 Argo sync로 배포합니다.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restore Job / CronJob→S3, Prom·Grafana·Loki로 운영 가시성을 확보합니다.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상세내용 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RDS 대신 EKS 안 DB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학습·발표용이라 RDS를 상시로 두지 않고, MariaDB Pod + 디스크(PVC)로 돌립니다.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이미지 태그까지 Git에 맞춤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빌드하면 ECR에 sha-* 이미지를 올리고 Helm values 태그도 같이 바꿔, Git과 클러스터가 어긋나지 않게 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지워도 글이 다시 채워짐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인프라를 싹 지운 뒤에도 Git에 둔 SQL을 restore Job이 받아 DB에 넣어, 목록이 다시 보이게 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상세내용 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11155680" cy="1737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장기 Access Key를 쓰지 않음</a:t>
            </a:r>
          </a:p>
          <a:p>
            <a:pPr>
              <a:spcBef>
                <a:spcPts val="1400"/>
              </a:spcBef>
            </a:pPr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키 유출로 계정이 막힌 경험이 있어, GitHub가 한시 권한(OIDC)으로만 AWS에 붙도록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474720"/>
            <a:ext cx="11155680" cy="17373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인프라를 지워도 도메인은 남김</a:t>
            </a:r>
          </a:p>
          <a:p>
            <a:pPr>
              <a:spcBef>
                <a:spcPts val="1400"/>
              </a:spcBef>
            </a:pPr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destroy해도 가비아에 연결한 DNS(Route53)는 남겨, 네임서버를 매번 다시 등록하지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health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Ingress/ALB 통해 HTTPS 200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curl / 브라우저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시드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restore Job 후 목록 UI에 데이터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minTables + seed_rows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image.tag bump → Argo Synced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Actions 로그 + Argo UI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destroy 후 Sync media 재업로드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S3 media/ 확인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Prom/Grafana 대시보드 조회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클러스터 메트릭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결과: 구성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알림/트레이싱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AlertManager · Tempo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다음 단계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결과: 예정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Architecture V2</a:t>
            </a:r>
          </a:p>
        </p:txBody>
      </p:sp>
      <p:pic>
        <p:nvPicPr>
          <p:cNvPr id="4" name="Picture 3" descr="hybrid_09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데이터 흐름  ·  Architecture V2</a:t>
            </a:r>
          </a:p>
        </p:txBody>
      </p:sp>
      <p:pic>
        <p:nvPicPr>
          <p:cNvPr id="4" name="Picture 3" descr="hybrid_10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향후 계획  ·  3UP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70332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Unique Up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차별성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관측 고도화 (Alert · Tempo/OTel)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축소 (보안)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백업 덤프 주기·복구 드릴 (DB 안정성)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AIOps (self-healing, auto-remediation) 구현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051560"/>
            <a:ext cx="370332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Complete Up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Loki/Alloy EKS 반영 완료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시드/목록 검증 CI 게이트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운영 런북·이관 체크리스트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51560"/>
            <a:ext cx="370332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Performance Up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시연·운영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start/stop 데모 시나리오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V1/V2 대비 설명 정리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장애 재현(Missing/SSA) 데모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