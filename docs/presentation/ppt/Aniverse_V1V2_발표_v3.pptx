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4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389120"/>
            <a:ext cx="4114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Network / Compute   서이 등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Container · DB · 관측   윤주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· GitOps   현우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App / Product  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사이트(장터·창작·커뮤니티)를 AWS에서 안정적으로 서비스하기 위해, 익숙한 EC2 기반 3-tier로 먼저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포함한 운영 가능한 프로덕션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05840"/>
            <a:ext cx="361188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05840"/>
            <a:ext cx="361188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05840"/>
            <a:ext cx="36118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91440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3736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있어, 장애/부하를 한 화면에서 파악하기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91440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20040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인프라·앱을 바꿔도 EC2/에이전트 경로에 묶여, 변경이 서비스에 빠르게·일관되게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63440"/>
            <a:ext cx="91440" cy="1325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66344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ASG(인스턴스) 단위에 의존해, 필요할 때만 줄이기 어렵고 상시 용량으로 비용 낭비가 생길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91440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3736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 · Loki로 메트릭·로그를 모아, 클러스터·앱 상태를 한눈에 보는 것을 목표로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200400"/>
            <a:ext cx="91440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20040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변경이 곧 배포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인프라/앱 수정이 Synced 상태로 서비스에 반영되게 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663440"/>
            <a:ext cx="91440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466344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나누고, start/stop으로 미사용 구간 비용을 줄이는 구성을 목표로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737360"/>
            <a:ext cx="91440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73736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Loki를 V2 기본 구성에 두고, 이후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3200400"/>
            <a:ext cx="91440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20040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sync로, 코드/차트 변경이 클러스터에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663440"/>
            <a:ext cx="91440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4663440"/>
            <a:ext cx="3337560" cy="13258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ASG만의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(최종)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프로젝트 · 전환이 주는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장터·창작·커뮤니티를 한곳에서 쓰는 통합 서브컬처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재현성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환경을 다시 올릴 수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· DB Pod로 학습/실험 비용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관측·백업·이관 체크리스트까지 운영 사이클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시나리오  ·  Local → Lab →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대상 · 맥락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웹 서비스 + 클라우드 인프라를 한 사이클로 실습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1차로 EC2 기반 V1을 완성한 뒤 EKS로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윤주: Docker · Helm · DB · 관측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현우: Actions · Argo · OIDC · 이관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네트워크/컴퓨트: VPC · Ingress · 노드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09728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1.  문제 인식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재현·비용·관측이 V1에서 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5740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2.  Local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Docker Compose로 이미지·앱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01752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3.  Lab K8s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Helm으로 워커 노드에서 동작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4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4.  EKS V2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Argo GitOps · PVC · S3 백업까지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93776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5.  검증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요구사항  ·  왜 V2(EKS)인가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          요청 / 문제                         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재현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동일 이미지·매니페스트로 환경을 다시 올릴 것   →   Actions → ECR → 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스케일 분리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스케일과 파드 HPA를 분리 설계   →   EKS + HPA 여지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대신 학습용 영구 볼륨   →   StatefulSet + PVC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키 금지 · 이관 시 ARN 전수 교체   →   GitHub OIDC ·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메트릭·로그를 기본 구성에 포함   →   Prom / Grafana / Loki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초록만으로 끝내지 않음   →   health + 시드/목록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데이터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9496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Tech Stack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App: Django + Nginx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Container: Docker · Helm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Orchestration: EKS (V2)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DB: MariaDB StatefulSet + EBS PVC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Storage: S3 (media / static / db-backups)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CI/CD: GitHub Actions · ECR · Argo CD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Auth to AWS: GitHub OIDC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Observability: Prometheus · Grafana · Loki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IaC: Terraform (anime-project-infra)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51560"/>
            <a:ext cx="5577840" cy="50292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Data Flow (V2)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Users → Route53/ACM → ALB Ingress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web Pod (Django) → MariaDB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EBS PVC (글/데이터 영구 저장)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사진/미디어 → S3 media/ (DB 아님)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 후: Git SQL 시드 import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 중: CronJob → S3 db-backups/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eks-stop: PVC 유지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 destroy: PVC + S3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943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검증을 CI 게이트로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 표준화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아키텍처 V1/V2 대비 한 장 더 다듬기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47120" cy="6858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원칙: 아키텍처 확정 → 동작 확인 → 관측·보안 고도화   |   Actions 초록 ≠ 시드/목록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