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Aniverse</a:t>
            </a:r>
          </a:p>
          <a:p>
            <a:r>
              <a:rPr sz="1800" b="0">
                <a:solidFill>
                  <a:srgbClr val="93C5FD"/>
                </a:solidFill>
                <a:latin typeface="Malgun Gothic"/>
              </a:rPr>
              <a:t>온프레미스 4서버 → AWS + Terraform / CI·CD 자동화</a:t>
            </a:r>
          </a:p>
          <a:p>
            <a:r>
              <a:rPr sz="1400" b="0">
                <a:solidFill>
                  <a:srgbClr val="BAE6FD"/>
                </a:solidFill>
                <a:latin typeface="Malgun Gothic"/>
              </a:rPr>
              <a:t>https://aniverse.my  ·  팀 역할 분담  ·  HTTPS/WAF  ·  자동 배포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1. 한 줄 스토리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앱은 그대로, 인프라·배포를 클라우드로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563EB"/>
                </a:solidFill>
                <a:latin typeface="Malgun Gothic"/>
              </a:rPr>
              <a:t>핵심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Before: Nginx · Django · NFS · MariaDB (수동)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After: ALB/WAF/ASG/RDS/EFS/S3 + Redis + Secrets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자동화: Terraform + GitHub Actions + CodeDeploy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보안: HTTPS(ACM) · WAF · SG · Secrets Manager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운영: SSM · CloudWatch · DB/미디어 복구 자동화</a:t>
            </a:r>
          </a:p>
        </p:txBody>
      </p:sp>
      <p:pic>
        <p:nvPicPr>
          <p:cNvPr id="5" name="Picture 4" descr="aniverse-architectur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94960" cy="3596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2. Before → After 매핑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4서버 역할이 AWS 서비스로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389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온프레미스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AWS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인프라 담당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Nginx (DMZ)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ALB + ACM + WAF + EC2 Nginx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유민 / 현우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Django WAS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ASG EC2 (Daphne) + Redis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유민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NFS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EFS + S3 미디어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윤주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MariaDB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RDS + Secrets Manager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윤주 / 현우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수동 배포 / SSH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Actions → CodeDeploy / SSM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현우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망·방화벽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VPC · SG · NAT Instance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서이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3. AWS 자동화 팀 역할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앱 기능 담당과 클라우드 모듈 담당은 분리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43000"/>
            <a:ext cx="2788920" cy="4754880"/>
          </a:xfrm>
          <a:prstGeom prst="roundRect">
            <a:avLst/>
          </a:prstGeom>
          <a:solidFill>
            <a:srgbClr val="F8FAFC"/>
          </a:solidFill>
          <a:ln w="285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C3AED"/>
                </a:solidFill>
                <a:latin typeface="Malgun Gothic"/>
              </a:rPr>
              <a:t>박서이
Network &amp; Security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network / security / nat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VPC·SG·NAT t3.micro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라우팅·outputs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788920" cy="4754880"/>
          </a:xfrm>
          <a:prstGeom prst="roundRect">
            <a:avLst/>
          </a:prstGeom>
          <a:solidFill>
            <a:srgbClr val="F8FAFC"/>
          </a:solidFill>
          <a:ln w="285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A580C"/>
                </a:solidFill>
                <a:latin typeface="Malgun Gothic"/>
              </a:rPr>
              <a:t>강유민
Compute &amp; Traffic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compute / alb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ALB·ASG·Launch Template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user_data·Nginx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43000"/>
            <a:ext cx="2788920" cy="4754880"/>
          </a:xfrm>
          <a:prstGeom prst="roundRect">
            <a:avLst/>
          </a:prstGeom>
          <a:solidFill>
            <a:srgbClr val="F8FAFC"/>
          </a:solidFill>
          <a:ln w="285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A34A"/>
                </a:solidFill>
                <a:latin typeface="Malgun Gothic"/>
              </a:rPr>
              <a:t>김윤주
Data &amp; Storage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database / storage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RDS·EFS·S3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Remote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143000"/>
            <a:ext cx="2788920" cy="4754880"/>
          </a:xfrm>
          <a:prstGeom prst="roundRect">
            <a:avLst/>
          </a:prstGeom>
          <a:solidFill>
            <a:srgbClr val="F8FAFC"/>
          </a:solidFill>
          <a:ln w="285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C2626"/>
                </a:solidFill>
                <a:latin typeface="Malgun Gothic"/>
              </a:rPr>
              <a:t>김현우
DevOps &amp; CI/CD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environments/dev + cicd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Actions·CodeDeploy·SSM</a:t>
            </a:r>
          </a:p>
          <a:p>
            <a:pPr algn="ctr">
              <a:spcBef>
                <a:spcPts val="800"/>
              </a:spcBef>
            </a:pPr>
            <a:r>
              <a:rPr sz="1200" b="0">
                <a:solidFill>
                  <a:srgbClr val="0F172A"/>
                </a:solidFill>
                <a:latin typeface="Malgun Gothic"/>
              </a:rPr>
              <a:t>조립·HTTPS·WAF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4. 앱 담당 ↔ 클라우드 담당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같은 팀, 다른 축의 역할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371600"/>
          <a:ext cx="9875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291840"/>
                <a:gridCol w="3291840"/>
              </a:tblGrid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이름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앱 (온프레미스)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AWS 자동화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김현우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auth / anime / 챗봇 / 서버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DevOps &amp; CI/CD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박서이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deal / 채팅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Network &amp; Security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강유민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works 창작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Compute &amp; Traffic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김윤주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community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Data &amp; Storage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5. 전체 아키텍처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Public ALB · Private App/DB · S3/EFS · Secrets · Redis</a:t>
            </a:r>
          </a:p>
        </p:txBody>
      </p:sp>
      <p:pic>
        <p:nvPicPr>
          <p:cNvPr id="4" name="Picture 3" descr="aniverse-architecture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55680" cy="743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6. Terraform 모듈 구성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역할별 모듈 → environments/dev 에서 조립</a:t>
            </a:r>
          </a:p>
        </p:txBody>
      </p:sp>
      <p:pic>
        <p:nvPicPr>
          <p:cNvPr id="4" name="Picture 3" descr="aniverse-terraform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400800" cy="4267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051560"/>
          <a:ext cx="4754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담당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모듈</a:t>
                      </a:r>
                    </a:p>
                  </a:txBody>
                  <a:tcPr anchor="ctr">
                    <a:solidFill>
                      <a:srgbClr val="CCFB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서이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network / security / nat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윤주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database / storage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유민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alb / compute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현우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dev 조립 · cicd · acm · waf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공통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endpoints · secrets · 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7. CI/CD 파이프라인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infra 저장소와 app 저장소 분리</a:t>
            </a:r>
          </a:p>
        </p:txBody>
      </p:sp>
      <p:pic>
        <p:nvPicPr>
          <p:cNvPr id="4" name="Picture 3" descr="aniverse-cicd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400800" cy="4267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051560"/>
          <a:ext cx="4754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Infra 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terraform apply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App CD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S3 zip → CodeDeploy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운영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SSM · CloudWatch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도메인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Route53 + ACM HTTPS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949440" y="4160520"/>
            <a:ext cx="475488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A34A"/>
                </a:solidFill>
                <a:latin typeface="Malgun Gothic"/>
              </a:rPr>
              <a:t>한 줄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push → 인프라/앱 자동 반영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aniverse.my 로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8. 트러블슈팅 · 개선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실제 장애를 파이프라인/코드로 흡수</a:t>
            </a:r>
          </a:p>
        </p:txBody>
      </p:sp>
      <p:pic>
        <p:nvPicPr>
          <p:cNvPr id="4" name="Picture 3" descr="aniverse-problems-solv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6035040" cy="40233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1005840"/>
          <a:ext cx="5212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F172A"/>
                          </a:solidFill>
                          <a:latin typeface="Malgun Gothic"/>
                        </a:rPr>
                        <a:t>해결</a:t>
                      </a:r>
                    </a:p>
                  </a:txBody>
                  <a:tcPr anchor="ctr">
                    <a:solidFill>
                      <a:srgbClr val="FEF2F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CD 미동작 / TF버전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yml + TF 1.10.5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ALB 혼재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alb 모듈 + moved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챗봇/WS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CSRF·Gemini·Daphne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이미지 403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S3 + bucket env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CodeDeploy/health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agent·/health/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DB restore env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Secrets fallback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static 403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home 권한 수정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HTTPS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algun Gothic"/>
                        </a:rPr>
                        <a:t>ACM + ALB + WAF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9. 마무리</a:t>
            </a:r>
          </a:p>
          <a:p>
            <a:r>
              <a:rPr sz="1100" b="0">
                <a:solidFill>
                  <a:srgbClr val="BFDBFE"/>
                </a:solidFill>
                <a:latin typeface="Malgun Gothic"/>
              </a:rPr>
              <a:t>30초 멘트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7899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A580C"/>
                </a:solidFill>
                <a:latin typeface="Malgun Gothic"/>
              </a:rPr>
              <a:t>발표 멘트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“앱은 기능 담당으로 만들었고, 클라우드 이전에서는 역할을 다시 나눴습니다.”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“서이: 네트워크·보안 / 유민: ALB·ASG / 윤주: RDS·EFS·S3”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“현우: 모듈 조립 + Terraform·GitHub Actions 자동화”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Malgun Gothic"/>
              </a:rPr>
              <a:t>“HTTPS·WAF·Secrets까지 넣었고, aniverse.my 로 서비스 중입니다.”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Aniverse 발표자료 (통합) ·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