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사이트를 안정적으로 서비스하기 위해, 기존 온프레미스 구조에서 AWS 로 이전, EC2 기반 3-tier로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포함하여 운영 가능한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Prom·Alloy·Loki로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변경하면 즉시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Alloy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Django+Daphne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Prom·Alloy·Loki로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RDS 대신 EKS 안 DB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학습·발표용이라 RDS를 상시로 두지 않고, MariaDB Pod + 디스크(PVC)로 돌립니다.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이미지 태그까지 Git에 맞춤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빌드하면 ECR에 sha-* 이미지를 올리고 Helm values 태그도 같이 바꿔, Git과 클러스터가 어긋나지 않게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지워도 글이 다시 채워짐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인프라를 싹 지운 뒤에도 Git에 둔 SQL을 restore Job이 받아 DB에 넣어, 목록이 다시 보이게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Key를 쓰지 않음  ·  Zero-Key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 — 파드와 CI는 장기 키 없이, GitHub 한시 권한으로만 AWS에 접속합니다.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SSO — 사람은 SSO 로그인으로 임시 자격증명을 받아, 키를 갖지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2402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지워도 도메인은 남김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destroy해도 가비아에 연결한 DNS(Route53)는 남겨, 네임서버를 매번 다시 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Prom·Alloy·Loki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메트릭·로그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→ Slack 수신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웹훅 시크릿 마운트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(보안)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 (DB 안정성)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AIOps (self-healing, auto-remediation)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 CI 게이트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V1/V2 대비 설명 정리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껐는데 노드가 다시 켜짐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7033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stop은 성공인데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EC2 워커는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703320" cy="7772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desired=0만 반영하고 종료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Autoscaler가 노드를 다시 올림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maxSize는 0이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703320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4028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Launch suspend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ASG 0까지 대기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NAT도 함께 중지</a:t>
            </a:r>
          </a:p>
          <a:p>
            <a:pPr algn="ctr">
              <a:spcBef>
                <a:spcPts val="10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성공 조건은 인스턴스 0대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수가 1로 돌아감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파일에 replicas: 1이 고정돼, 재배포할 때마다 HPA가 맞춘 개수를 덮었습니다. replicas를 빼서 HPA만 개수를 관리하게 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빈 계정에서 생성 순서가 깨짐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 있던 환경에서는 안 보이던 의존성이, 처음부터 만들자 NAT·라우트보다 뒤 리소스가 먼저 돌았습니다. 생성 순서를 다시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시크릿을 옮기며 약한 기본값을 발견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값을 Secrets Manager로 그대로 옮기다 약한 기본값일 가능성을 봤습니다. 난수로 바꾼 뒤 DB와 Secrets Manager를 같이 갱신했습니다.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DB 서비스가 헤드리스라 바깥 컨테이너에서 접속이 안 됐습니다. CronJob이 파드 안에서 mariadb-dump를 실행하게 바꿔, S3에 백업이 쌓입니다.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노드 일부에서만 기동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17을 DaemonSet이 넘겼습니다. max-pods를 올린 뒤 노드를 다시 만들어 전부 Running이 됐습니다.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Slack 알람이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웹훅을 파일로 읽게 했는데 시크릿이 파드에 마운트되지 않았습니다. secrets 마운트와 api_url_file로 연결해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